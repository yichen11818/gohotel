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9986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开场介绍课题名称、技术路线与项目目标：用 Go、前后端分离和混合推荐算法完成酒店客房推荐与预约闭环。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强调酒店系统不是简单订房页面，真正难点是订单、房间、库存、价格和房务状态需要同时保持一致。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说明为什么要做这套系统：多角色、多链路、多状态需要统一数据底座。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从四类角色和职责说明项目需求边界，避免把系统讲成无边界的功能堆叠。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介绍系统三层：展示层、服务层、数据与资源层。强调前后端分离和后端分层。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 总体架构证据。系统采用前后端分离和后端分层架构，小程序、管理端、接口接入、业务服务、数据访问与资源支撑各自承担明确责任。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列出十二个功能块，展示系统覆盖从住客侧到后台运营侧的完整模块。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8. 数据库 E-R 证据。数据库围绕用户、房间、订单、库存、价格、工单、公告、行为记录和日志组织，重点保证业务状态可追踪。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展示预订到入住退房的主流程，并指出 Service 层负责一致性规则。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说明库存与价格要随着查询、下单、取消和退房回写而循环更新。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对比住客端和管理端，两端使用同一后端，但关注点不同。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解释推荐算法输入：浏览、详情、点击和预订意图。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给出混合推荐公式和冷启动公式，说明算法轻量、可解释、适合毕业设计演示和调试。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展示住客端主要页面：看房、进入详情、提交预约和查看订单状态。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15. 预约提交链路。小程序端只采集入住人、手机号、身份证、日期和特殊需求；日期合法性、库存可用性、价格计算和库存扣减都在后端完成。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16. 运营控制台。控制台集中展示入住率、在住房间、待处理工单、订单与房态入口，帮助值班人员快速进入处理任务。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展示管理端证据图：订单管理、房间可视化和库存矩阵。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18. 房务工单闭环。维修工单创建后房间进入 maintenance；维修完成后恢复 available 但标记 dirty；清洁完成后再回到 clean。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说明测试范围：后端接口、管理端页面、小程序流程和核心业务状态流转。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用论文统计说明 PPT 内容来自指定文档和真实项目材料。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明确项目边界：不是商业 PMS，也不是深度学习系统，而是一个完整可运行的工程实践。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用一句话总结系统设计：推荐可解释、预约状态化、运营数据统一。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列出后续优化方向，包括真实数据训练、优惠券闭环、并发一致性、报表、真机验证和部署运维。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收束三点：业务闭环完整、工程边界清楚、推荐能力可解释。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F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92040" y="2560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10912" y="2560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9784" y="2560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48656" y="2560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67528" y="2560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2560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05272" y="2560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24144" y="2560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43016" y="2560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61888" y="2560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80760" y="2560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99632" y="2560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18504" y="2560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37376" y="2560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56248" y="2560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75120" y="2560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93992" y="2560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12864" y="2560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31736" y="2560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50608" y="2560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69480" y="2560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88352" y="2560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07224" y="2560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26096" y="2560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44968" y="2560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63840" y="2560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82712" y="2560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01584" y="2560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0456" y="2560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39328" y="2560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58200" y="2560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577072" y="2560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95944" y="2560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814816" y="2560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933688" y="2560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052560" y="2560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171432" y="2560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290304" y="2560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409176" y="2560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528048" y="2560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646920" y="2560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765792" y="2560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92040" y="3749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010912" y="3749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129784" y="3749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248656" y="3749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367528" y="3749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486400" y="3749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605272" y="3749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724144" y="3749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843016" y="3749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961888" y="3749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080760" y="3749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199632" y="3749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318504" y="3749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437376" y="3749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556248" y="3749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675120" y="3749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793992" y="3749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912864" y="3749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031736" y="3749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150608" y="3749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269480" y="3749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88352" y="3749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507224" y="3749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626096" y="3749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744968" y="3749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863840" y="3749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982712" y="3749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101584" y="3749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220456" y="3749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339328" y="3749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458200" y="3749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577072" y="3749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695944" y="3749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814816" y="3749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933688" y="3749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052560" y="3749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171432" y="3749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290304" y="3749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409176" y="3749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528048" y="3749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646920" y="3749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765792" y="3749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892040" y="4937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010912" y="4937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129784" y="4937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248656" y="4937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367528" y="4937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486400" y="4937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605272" y="4937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724144" y="4937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843016" y="4937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961888" y="4937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080760" y="4937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199632" y="4937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318504" y="4937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437376" y="4937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556248" y="4937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675120" y="4937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793992" y="4937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912864" y="4937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031736" y="4937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150608" y="4937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269480" y="4937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388352" y="4937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507224" y="4937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626096" y="4937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744968" y="4937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863840" y="4937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982712" y="4937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101584" y="4937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8220456" y="4937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339328" y="4937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8458200" y="4937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8577072" y="4937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8695944" y="4937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814816" y="4937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8933688" y="4937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9052560" y="4937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9171432" y="4937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9290304" y="4937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9409176" y="4937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9528048" y="4937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9646920" y="4937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9765792" y="4937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892040" y="6126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5010912" y="6126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129784" y="6126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248656" y="6126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367528" y="6126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5486400" y="6126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605272" y="6126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724144" y="6126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843016" y="6126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961888" y="6126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6080760" y="6126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199632" y="6126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6318504" y="6126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437376" y="6126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6556248" y="6126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6675120" y="6126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6793992" y="6126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6912864" y="6126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031736" y="6126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7150608" y="6126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7269480" y="6126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7388352" y="6126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7507224" y="6126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626096" y="6126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744968" y="6126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7863840" y="6126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7982712" y="6126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8101584" y="6126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8220456" y="6126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8339328" y="6126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8458200" y="6126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8577072" y="6126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8695944" y="6126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8814816" y="6126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8933688" y="6126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9052560" y="6126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9171432" y="6126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9290304" y="6126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9409176" y="6126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9528048" y="6126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9646920" y="6126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9765792" y="6126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4892040" y="7315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5010912" y="7315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5129784" y="7315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5248656" y="7315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5367528" y="7315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5486400" y="7315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5605272" y="7315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5724144" y="7315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5843016" y="7315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5961888" y="7315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6080760" y="7315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6199632" y="7315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6318504" y="7315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6437376" y="7315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556248" y="7315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6675120" y="7315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793992" y="7315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912864" y="7315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7031736" y="7315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7150608" y="7315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7269480" y="7315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388352" y="7315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7507224" y="7315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626096" y="7315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744968" y="7315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863840" y="7315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982712" y="7315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8101584" y="7315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8220456" y="7315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8339328" y="7315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8458200" y="7315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8577072" y="7315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8695944" y="7315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8814816" y="7315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8933688" y="7315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9052560" y="7315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9171432" y="7315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9290304" y="7315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9409176" y="7315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9528048" y="7315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9646920" y="7315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9765792" y="7315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4892040" y="8503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5010912" y="8503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5129784" y="8503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5248656" y="8503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5367528" y="8503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5486400" y="8503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5605272" y="8503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5724144" y="8503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5843016" y="8503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5961888" y="8503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6080760" y="8503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6199632" y="8503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6318504" y="8503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6437376" y="8503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6556248" y="8503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6675120" y="8503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6793992" y="8503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6912864" y="8503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7031736" y="8503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7150608" y="8503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7269480" y="8503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7388352" y="8503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7507224" y="8503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7626096" y="8503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7744968" y="8503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7863840" y="8503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7982712" y="8503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8101584" y="8503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8220456" y="8503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8339328" y="8503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8458200" y="8503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8577072" y="8503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8695944" y="8503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8814816" y="8503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8933688" y="8503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9052560" y="8503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9171432" y="8503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9290304" y="8503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9409176" y="8503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9528048" y="8503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9646920" y="8503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9765792" y="8503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4892040" y="9692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5010912" y="9692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5129784" y="9692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5248656" y="9692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5367528" y="9692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5486400" y="9692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5605272" y="9692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5724144" y="9692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5843016" y="9692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5961888" y="9692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6080760" y="9692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6199632" y="9692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6318504" y="9692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6437376" y="9692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6556248" y="9692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6675120" y="9692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6793992" y="9692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6912864" y="9692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7031736" y="9692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7150608" y="9692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7269480" y="9692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7388352" y="9692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7507224" y="9692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7626096" y="9692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7744968" y="9692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7863840" y="9692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7982712" y="9692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8101584" y="9692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8220456" y="9692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8339328" y="9692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8458200" y="9692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8577072" y="9692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8695944" y="9692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8814816" y="9692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8933688" y="9692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9052560" y="9692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9171432" y="9692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9290304" y="9692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9409176" y="9692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9528048" y="9692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9646920" y="9692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9765792" y="9692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4892040" y="10881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5010912" y="10881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5129784" y="10881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5248656" y="10881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5367528" y="10881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5486400" y="10881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5605272" y="10881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5724144" y="10881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5843016" y="10881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5961888" y="10881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6080760" y="10881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6199632" y="10881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6318504" y="10881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6437376" y="10881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6556248" y="10881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6675120" y="10881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6793992" y="10881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6912864" y="10881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7031736" y="10881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7150608" y="10881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7269480" y="10881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7388352" y="10881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7507224" y="10881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7626096" y="10881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7744968" y="10881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7863840" y="10881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7982712" y="10881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8101584" y="10881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8220456" y="10881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8339328" y="10881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8458200" y="10881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8577072" y="10881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8695944" y="10881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8814816" y="10881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8933688" y="10881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9052560" y="10881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9171432" y="10881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9290304" y="10881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9409176" y="10881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9528048" y="10881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9646920" y="10881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9765792" y="10881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4892040" y="12070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5010912" y="12070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5129784" y="12070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>
            <a:off x="5248656" y="12070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>
            <a:off x="5367528" y="12070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5486400" y="12070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5605272" y="12070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5724144" y="12070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5843016" y="12070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5961888" y="12070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>
            <a:off x="6080760" y="12070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6199632" y="12070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6318504" y="12070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6437376" y="12070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2" name="Shape 350"/>
          <p:cNvSpPr/>
          <p:nvPr/>
        </p:nvSpPr>
        <p:spPr>
          <a:xfrm>
            <a:off x="6556248" y="12070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3" name="Shape 351"/>
          <p:cNvSpPr/>
          <p:nvPr/>
        </p:nvSpPr>
        <p:spPr>
          <a:xfrm>
            <a:off x="6675120" y="12070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4" name="Shape 352"/>
          <p:cNvSpPr/>
          <p:nvPr/>
        </p:nvSpPr>
        <p:spPr>
          <a:xfrm>
            <a:off x="6793992" y="12070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5" name="Shape 353"/>
          <p:cNvSpPr/>
          <p:nvPr/>
        </p:nvSpPr>
        <p:spPr>
          <a:xfrm>
            <a:off x="6912864" y="12070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>
            <a:off x="7031736" y="12070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7" name="Shape 355"/>
          <p:cNvSpPr/>
          <p:nvPr/>
        </p:nvSpPr>
        <p:spPr>
          <a:xfrm>
            <a:off x="7150608" y="12070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8" name="Shape 356"/>
          <p:cNvSpPr/>
          <p:nvPr/>
        </p:nvSpPr>
        <p:spPr>
          <a:xfrm>
            <a:off x="7269480" y="12070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9" name="Shape 357"/>
          <p:cNvSpPr/>
          <p:nvPr/>
        </p:nvSpPr>
        <p:spPr>
          <a:xfrm>
            <a:off x="7388352" y="12070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>
            <a:off x="7507224" y="12070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>
            <a:off x="7626096" y="12070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>
            <a:off x="7744968" y="12070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3" name="Shape 361"/>
          <p:cNvSpPr/>
          <p:nvPr/>
        </p:nvSpPr>
        <p:spPr>
          <a:xfrm>
            <a:off x="7863840" y="12070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4" name="Shape 362"/>
          <p:cNvSpPr/>
          <p:nvPr/>
        </p:nvSpPr>
        <p:spPr>
          <a:xfrm>
            <a:off x="7982712" y="12070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5" name="Shape 363"/>
          <p:cNvSpPr/>
          <p:nvPr/>
        </p:nvSpPr>
        <p:spPr>
          <a:xfrm>
            <a:off x="8101584" y="12070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>
            <a:off x="8220456" y="12070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>
            <a:off x="8339328" y="12070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>
            <a:off x="8458200" y="12070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9" name="Shape 367"/>
          <p:cNvSpPr/>
          <p:nvPr/>
        </p:nvSpPr>
        <p:spPr>
          <a:xfrm>
            <a:off x="8577072" y="12070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0" name="Shape 368"/>
          <p:cNvSpPr/>
          <p:nvPr/>
        </p:nvSpPr>
        <p:spPr>
          <a:xfrm>
            <a:off x="8695944" y="12070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1" name="Shape 369"/>
          <p:cNvSpPr/>
          <p:nvPr/>
        </p:nvSpPr>
        <p:spPr>
          <a:xfrm>
            <a:off x="8814816" y="12070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2" name="Shape 370"/>
          <p:cNvSpPr/>
          <p:nvPr/>
        </p:nvSpPr>
        <p:spPr>
          <a:xfrm>
            <a:off x="8933688" y="12070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3" name="Shape 371"/>
          <p:cNvSpPr/>
          <p:nvPr/>
        </p:nvSpPr>
        <p:spPr>
          <a:xfrm>
            <a:off x="9052560" y="12070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4" name="Shape 372"/>
          <p:cNvSpPr/>
          <p:nvPr/>
        </p:nvSpPr>
        <p:spPr>
          <a:xfrm>
            <a:off x="9171432" y="12070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5" name="Shape 373"/>
          <p:cNvSpPr/>
          <p:nvPr/>
        </p:nvSpPr>
        <p:spPr>
          <a:xfrm>
            <a:off x="9290304" y="12070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6" name="Shape 374"/>
          <p:cNvSpPr/>
          <p:nvPr/>
        </p:nvSpPr>
        <p:spPr>
          <a:xfrm>
            <a:off x="9409176" y="12070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7" name="Shape 375"/>
          <p:cNvSpPr/>
          <p:nvPr/>
        </p:nvSpPr>
        <p:spPr>
          <a:xfrm>
            <a:off x="9528048" y="12070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8" name="Shape 376"/>
          <p:cNvSpPr/>
          <p:nvPr/>
        </p:nvSpPr>
        <p:spPr>
          <a:xfrm>
            <a:off x="9646920" y="12070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9" name="Shape 377"/>
          <p:cNvSpPr/>
          <p:nvPr/>
        </p:nvSpPr>
        <p:spPr>
          <a:xfrm>
            <a:off x="9765792" y="12070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0" name="Shape 378"/>
          <p:cNvSpPr/>
          <p:nvPr/>
        </p:nvSpPr>
        <p:spPr>
          <a:xfrm>
            <a:off x="4892040" y="132588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1" name="Shape 379"/>
          <p:cNvSpPr/>
          <p:nvPr/>
        </p:nvSpPr>
        <p:spPr>
          <a:xfrm>
            <a:off x="5010912" y="132588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2" name="Shape 380"/>
          <p:cNvSpPr/>
          <p:nvPr/>
        </p:nvSpPr>
        <p:spPr>
          <a:xfrm>
            <a:off x="5129784" y="132588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3" name="Shape 381"/>
          <p:cNvSpPr/>
          <p:nvPr/>
        </p:nvSpPr>
        <p:spPr>
          <a:xfrm>
            <a:off x="5248656" y="132588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4" name="Shape 382"/>
          <p:cNvSpPr/>
          <p:nvPr/>
        </p:nvSpPr>
        <p:spPr>
          <a:xfrm>
            <a:off x="5367528" y="132588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5" name="Shape 383"/>
          <p:cNvSpPr/>
          <p:nvPr/>
        </p:nvSpPr>
        <p:spPr>
          <a:xfrm>
            <a:off x="5486400" y="132588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>
            <a:off x="5605272" y="132588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>
            <a:off x="5724144" y="132588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8" name="Shape 386"/>
          <p:cNvSpPr/>
          <p:nvPr/>
        </p:nvSpPr>
        <p:spPr>
          <a:xfrm>
            <a:off x="5843016" y="132588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9" name="Shape 387"/>
          <p:cNvSpPr/>
          <p:nvPr/>
        </p:nvSpPr>
        <p:spPr>
          <a:xfrm>
            <a:off x="5961888" y="132588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0" name="Shape 388"/>
          <p:cNvSpPr/>
          <p:nvPr/>
        </p:nvSpPr>
        <p:spPr>
          <a:xfrm>
            <a:off x="6080760" y="132588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>
            <a:off x="6199632" y="132588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2" name="Shape 390"/>
          <p:cNvSpPr/>
          <p:nvPr/>
        </p:nvSpPr>
        <p:spPr>
          <a:xfrm>
            <a:off x="6318504" y="132588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3" name="Shape 391"/>
          <p:cNvSpPr/>
          <p:nvPr/>
        </p:nvSpPr>
        <p:spPr>
          <a:xfrm>
            <a:off x="6437376" y="132588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4" name="Shape 392"/>
          <p:cNvSpPr/>
          <p:nvPr/>
        </p:nvSpPr>
        <p:spPr>
          <a:xfrm>
            <a:off x="6556248" y="132588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5" name="Shape 393"/>
          <p:cNvSpPr/>
          <p:nvPr/>
        </p:nvSpPr>
        <p:spPr>
          <a:xfrm>
            <a:off x="6675120" y="132588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6" name="Shape 394"/>
          <p:cNvSpPr/>
          <p:nvPr/>
        </p:nvSpPr>
        <p:spPr>
          <a:xfrm>
            <a:off x="6793992" y="132588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7" name="Shape 395"/>
          <p:cNvSpPr/>
          <p:nvPr/>
        </p:nvSpPr>
        <p:spPr>
          <a:xfrm>
            <a:off x="6912864" y="132588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8" name="Shape 396"/>
          <p:cNvSpPr/>
          <p:nvPr/>
        </p:nvSpPr>
        <p:spPr>
          <a:xfrm>
            <a:off x="7031736" y="132588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9" name="Shape 397"/>
          <p:cNvSpPr/>
          <p:nvPr/>
        </p:nvSpPr>
        <p:spPr>
          <a:xfrm>
            <a:off x="7150608" y="132588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0" name="Shape 398"/>
          <p:cNvSpPr/>
          <p:nvPr/>
        </p:nvSpPr>
        <p:spPr>
          <a:xfrm>
            <a:off x="7269480" y="132588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1" name="Shape 399"/>
          <p:cNvSpPr/>
          <p:nvPr/>
        </p:nvSpPr>
        <p:spPr>
          <a:xfrm>
            <a:off x="7388352" y="132588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2" name="Shape 400"/>
          <p:cNvSpPr/>
          <p:nvPr/>
        </p:nvSpPr>
        <p:spPr>
          <a:xfrm>
            <a:off x="7507224" y="132588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3" name="Shape 401"/>
          <p:cNvSpPr/>
          <p:nvPr/>
        </p:nvSpPr>
        <p:spPr>
          <a:xfrm>
            <a:off x="7626096" y="132588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4" name="Shape 402"/>
          <p:cNvSpPr/>
          <p:nvPr/>
        </p:nvSpPr>
        <p:spPr>
          <a:xfrm>
            <a:off x="7744968" y="132588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5" name="Shape 403"/>
          <p:cNvSpPr/>
          <p:nvPr/>
        </p:nvSpPr>
        <p:spPr>
          <a:xfrm>
            <a:off x="7863840" y="132588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6" name="Shape 404"/>
          <p:cNvSpPr/>
          <p:nvPr/>
        </p:nvSpPr>
        <p:spPr>
          <a:xfrm>
            <a:off x="7982712" y="132588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7" name="Shape 405"/>
          <p:cNvSpPr/>
          <p:nvPr/>
        </p:nvSpPr>
        <p:spPr>
          <a:xfrm>
            <a:off x="8101584" y="132588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8" name="Shape 406"/>
          <p:cNvSpPr/>
          <p:nvPr/>
        </p:nvSpPr>
        <p:spPr>
          <a:xfrm>
            <a:off x="8220456" y="132588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9" name="Shape 407"/>
          <p:cNvSpPr/>
          <p:nvPr/>
        </p:nvSpPr>
        <p:spPr>
          <a:xfrm>
            <a:off x="8339328" y="132588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0" name="Shape 408"/>
          <p:cNvSpPr/>
          <p:nvPr/>
        </p:nvSpPr>
        <p:spPr>
          <a:xfrm>
            <a:off x="8458200" y="132588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1" name="Shape 409"/>
          <p:cNvSpPr/>
          <p:nvPr/>
        </p:nvSpPr>
        <p:spPr>
          <a:xfrm>
            <a:off x="8577072" y="132588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2" name="Shape 410"/>
          <p:cNvSpPr/>
          <p:nvPr/>
        </p:nvSpPr>
        <p:spPr>
          <a:xfrm>
            <a:off x="8695944" y="132588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3" name="Shape 411"/>
          <p:cNvSpPr/>
          <p:nvPr/>
        </p:nvSpPr>
        <p:spPr>
          <a:xfrm>
            <a:off x="8814816" y="132588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4" name="Shape 412"/>
          <p:cNvSpPr/>
          <p:nvPr/>
        </p:nvSpPr>
        <p:spPr>
          <a:xfrm>
            <a:off x="8933688" y="132588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5" name="Shape 413"/>
          <p:cNvSpPr/>
          <p:nvPr/>
        </p:nvSpPr>
        <p:spPr>
          <a:xfrm>
            <a:off x="9052560" y="132588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6" name="Shape 414"/>
          <p:cNvSpPr/>
          <p:nvPr/>
        </p:nvSpPr>
        <p:spPr>
          <a:xfrm>
            <a:off x="9171432" y="132588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7" name="Shape 415"/>
          <p:cNvSpPr/>
          <p:nvPr/>
        </p:nvSpPr>
        <p:spPr>
          <a:xfrm>
            <a:off x="9290304" y="132588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8" name="Shape 416"/>
          <p:cNvSpPr/>
          <p:nvPr/>
        </p:nvSpPr>
        <p:spPr>
          <a:xfrm>
            <a:off x="9409176" y="132588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9" name="Shape 417"/>
          <p:cNvSpPr/>
          <p:nvPr/>
        </p:nvSpPr>
        <p:spPr>
          <a:xfrm>
            <a:off x="9528048" y="132588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0" name="Shape 418"/>
          <p:cNvSpPr/>
          <p:nvPr/>
        </p:nvSpPr>
        <p:spPr>
          <a:xfrm>
            <a:off x="9646920" y="132588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1" name="Shape 419"/>
          <p:cNvSpPr/>
          <p:nvPr/>
        </p:nvSpPr>
        <p:spPr>
          <a:xfrm>
            <a:off x="9765792" y="132588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2" name="Shape 420"/>
          <p:cNvSpPr/>
          <p:nvPr/>
        </p:nvSpPr>
        <p:spPr>
          <a:xfrm>
            <a:off x="4892040" y="144475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3" name="Shape 421"/>
          <p:cNvSpPr/>
          <p:nvPr/>
        </p:nvSpPr>
        <p:spPr>
          <a:xfrm>
            <a:off x="5010912" y="144475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4" name="Shape 422"/>
          <p:cNvSpPr/>
          <p:nvPr/>
        </p:nvSpPr>
        <p:spPr>
          <a:xfrm>
            <a:off x="5129784" y="144475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5" name="Shape 423"/>
          <p:cNvSpPr/>
          <p:nvPr/>
        </p:nvSpPr>
        <p:spPr>
          <a:xfrm>
            <a:off x="5248656" y="144475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6" name="Shape 424"/>
          <p:cNvSpPr/>
          <p:nvPr/>
        </p:nvSpPr>
        <p:spPr>
          <a:xfrm>
            <a:off x="5367528" y="144475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7" name="Shape 425"/>
          <p:cNvSpPr/>
          <p:nvPr/>
        </p:nvSpPr>
        <p:spPr>
          <a:xfrm>
            <a:off x="5486400" y="144475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8" name="Shape 426"/>
          <p:cNvSpPr/>
          <p:nvPr/>
        </p:nvSpPr>
        <p:spPr>
          <a:xfrm>
            <a:off x="5605272" y="144475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9" name="Shape 427"/>
          <p:cNvSpPr/>
          <p:nvPr/>
        </p:nvSpPr>
        <p:spPr>
          <a:xfrm>
            <a:off x="5724144" y="144475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0" name="Shape 428"/>
          <p:cNvSpPr/>
          <p:nvPr/>
        </p:nvSpPr>
        <p:spPr>
          <a:xfrm>
            <a:off x="5843016" y="144475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1" name="Shape 429"/>
          <p:cNvSpPr/>
          <p:nvPr/>
        </p:nvSpPr>
        <p:spPr>
          <a:xfrm>
            <a:off x="5961888" y="144475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2" name="Shape 430"/>
          <p:cNvSpPr/>
          <p:nvPr/>
        </p:nvSpPr>
        <p:spPr>
          <a:xfrm>
            <a:off x="6080760" y="144475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3" name="Shape 431"/>
          <p:cNvSpPr/>
          <p:nvPr/>
        </p:nvSpPr>
        <p:spPr>
          <a:xfrm>
            <a:off x="6199632" y="144475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4" name="Shape 432"/>
          <p:cNvSpPr/>
          <p:nvPr/>
        </p:nvSpPr>
        <p:spPr>
          <a:xfrm>
            <a:off x="6318504" y="144475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5" name="Shape 433"/>
          <p:cNvSpPr/>
          <p:nvPr/>
        </p:nvSpPr>
        <p:spPr>
          <a:xfrm>
            <a:off x="6437376" y="144475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6" name="Shape 434"/>
          <p:cNvSpPr/>
          <p:nvPr/>
        </p:nvSpPr>
        <p:spPr>
          <a:xfrm>
            <a:off x="6556248" y="144475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7" name="Shape 435"/>
          <p:cNvSpPr/>
          <p:nvPr/>
        </p:nvSpPr>
        <p:spPr>
          <a:xfrm>
            <a:off x="6675120" y="144475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8" name="Shape 436"/>
          <p:cNvSpPr/>
          <p:nvPr/>
        </p:nvSpPr>
        <p:spPr>
          <a:xfrm>
            <a:off x="6793992" y="144475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9" name="Shape 437"/>
          <p:cNvSpPr/>
          <p:nvPr/>
        </p:nvSpPr>
        <p:spPr>
          <a:xfrm>
            <a:off x="6912864" y="144475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0" name="Shape 438"/>
          <p:cNvSpPr/>
          <p:nvPr/>
        </p:nvSpPr>
        <p:spPr>
          <a:xfrm>
            <a:off x="7031736" y="144475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1" name="Shape 439"/>
          <p:cNvSpPr/>
          <p:nvPr/>
        </p:nvSpPr>
        <p:spPr>
          <a:xfrm>
            <a:off x="7150608" y="144475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2" name="Shape 440"/>
          <p:cNvSpPr/>
          <p:nvPr/>
        </p:nvSpPr>
        <p:spPr>
          <a:xfrm>
            <a:off x="7269480" y="144475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3" name="Shape 441"/>
          <p:cNvSpPr/>
          <p:nvPr/>
        </p:nvSpPr>
        <p:spPr>
          <a:xfrm>
            <a:off x="7388352" y="144475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4" name="Shape 442"/>
          <p:cNvSpPr/>
          <p:nvPr/>
        </p:nvSpPr>
        <p:spPr>
          <a:xfrm>
            <a:off x="7507224" y="144475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5" name="Shape 443"/>
          <p:cNvSpPr/>
          <p:nvPr/>
        </p:nvSpPr>
        <p:spPr>
          <a:xfrm>
            <a:off x="7626096" y="144475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6" name="Shape 444"/>
          <p:cNvSpPr/>
          <p:nvPr/>
        </p:nvSpPr>
        <p:spPr>
          <a:xfrm>
            <a:off x="7744968" y="144475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7" name="Shape 445"/>
          <p:cNvSpPr/>
          <p:nvPr/>
        </p:nvSpPr>
        <p:spPr>
          <a:xfrm>
            <a:off x="7863840" y="144475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8" name="Shape 446"/>
          <p:cNvSpPr/>
          <p:nvPr/>
        </p:nvSpPr>
        <p:spPr>
          <a:xfrm>
            <a:off x="7982712" y="144475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9" name="Shape 447"/>
          <p:cNvSpPr/>
          <p:nvPr/>
        </p:nvSpPr>
        <p:spPr>
          <a:xfrm>
            <a:off x="8101584" y="144475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0" name="Shape 448"/>
          <p:cNvSpPr/>
          <p:nvPr/>
        </p:nvSpPr>
        <p:spPr>
          <a:xfrm>
            <a:off x="8220456" y="144475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1" name="Shape 449"/>
          <p:cNvSpPr/>
          <p:nvPr/>
        </p:nvSpPr>
        <p:spPr>
          <a:xfrm>
            <a:off x="8339328" y="144475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2" name="Shape 450"/>
          <p:cNvSpPr/>
          <p:nvPr/>
        </p:nvSpPr>
        <p:spPr>
          <a:xfrm>
            <a:off x="8458200" y="144475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3" name="Shape 451"/>
          <p:cNvSpPr/>
          <p:nvPr/>
        </p:nvSpPr>
        <p:spPr>
          <a:xfrm>
            <a:off x="8577072" y="144475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4" name="Shape 452"/>
          <p:cNvSpPr/>
          <p:nvPr/>
        </p:nvSpPr>
        <p:spPr>
          <a:xfrm>
            <a:off x="8695944" y="144475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5" name="Shape 453"/>
          <p:cNvSpPr/>
          <p:nvPr/>
        </p:nvSpPr>
        <p:spPr>
          <a:xfrm>
            <a:off x="8814816" y="144475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6" name="Shape 454"/>
          <p:cNvSpPr/>
          <p:nvPr/>
        </p:nvSpPr>
        <p:spPr>
          <a:xfrm>
            <a:off x="8933688" y="144475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7" name="Shape 455"/>
          <p:cNvSpPr/>
          <p:nvPr/>
        </p:nvSpPr>
        <p:spPr>
          <a:xfrm>
            <a:off x="9052560" y="144475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8" name="Shape 456"/>
          <p:cNvSpPr/>
          <p:nvPr/>
        </p:nvSpPr>
        <p:spPr>
          <a:xfrm>
            <a:off x="9171432" y="144475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9" name="Shape 457"/>
          <p:cNvSpPr/>
          <p:nvPr/>
        </p:nvSpPr>
        <p:spPr>
          <a:xfrm>
            <a:off x="9290304" y="144475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0" name="Shape 458"/>
          <p:cNvSpPr/>
          <p:nvPr/>
        </p:nvSpPr>
        <p:spPr>
          <a:xfrm>
            <a:off x="9409176" y="144475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1" name="Shape 459"/>
          <p:cNvSpPr/>
          <p:nvPr/>
        </p:nvSpPr>
        <p:spPr>
          <a:xfrm>
            <a:off x="9528048" y="144475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2" name="Shape 460"/>
          <p:cNvSpPr/>
          <p:nvPr/>
        </p:nvSpPr>
        <p:spPr>
          <a:xfrm>
            <a:off x="9646920" y="144475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3" name="Shape 461"/>
          <p:cNvSpPr/>
          <p:nvPr/>
        </p:nvSpPr>
        <p:spPr>
          <a:xfrm>
            <a:off x="9765792" y="144475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4" name="Shape 462"/>
          <p:cNvSpPr/>
          <p:nvPr/>
        </p:nvSpPr>
        <p:spPr>
          <a:xfrm>
            <a:off x="4892040" y="156362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5" name="Shape 463"/>
          <p:cNvSpPr/>
          <p:nvPr/>
        </p:nvSpPr>
        <p:spPr>
          <a:xfrm>
            <a:off x="5010912" y="156362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6" name="Shape 464"/>
          <p:cNvSpPr/>
          <p:nvPr/>
        </p:nvSpPr>
        <p:spPr>
          <a:xfrm>
            <a:off x="5129784" y="156362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7" name="Shape 465"/>
          <p:cNvSpPr/>
          <p:nvPr/>
        </p:nvSpPr>
        <p:spPr>
          <a:xfrm>
            <a:off x="5248656" y="156362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8" name="Shape 466"/>
          <p:cNvSpPr/>
          <p:nvPr/>
        </p:nvSpPr>
        <p:spPr>
          <a:xfrm>
            <a:off x="5367528" y="156362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9" name="Shape 467"/>
          <p:cNvSpPr/>
          <p:nvPr/>
        </p:nvSpPr>
        <p:spPr>
          <a:xfrm>
            <a:off x="5486400" y="156362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0" name="Shape 468"/>
          <p:cNvSpPr/>
          <p:nvPr/>
        </p:nvSpPr>
        <p:spPr>
          <a:xfrm>
            <a:off x="5605272" y="156362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1" name="Shape 469"/>
          <p:cNvSpPr/>
          <p:nvPr/>
        </p:nvSpPr>
        <p:spPr>
          <a:xfrm>
            <a:off x="5724144" y="156362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2" name="Shape 470"/>
          <p:cNvSpPr/>
          <p:nvPr/>
        </p:nvSpPr>
        <p:spPr>
          <a:xfrm>
            <a:off x="5843016" y="156362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3" name="Shape 471"/>
          <p:cNvSpPr/>
          <p:nvPr/>
        </p:nvSpPr>
        <p:spPr>
          <a:xfrm>
            <a:off x="5961888" y="156362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4" name="Shape 472"/>
          <p:cNvSpPr/>
          <p:nvPr/>
        </p:nvSpPr>
        <p:spPr>
          <a:xfrm>
            <a:off x="6080760" y="156362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5" name="Shape 473"/>
          <p:cNvSpPr/>
          <p:nvPr/>
        </p:nvSpPr>
        <p:spPr>
          <a:xfrm>
            <a:off x="6199632" y="156362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6" name="Shape 474"/>
          <p:cNvSpPr/>
          <p:nvPr/>
        </p:nvSpPr>
        <p:spPr>
          <a:xfrm>
            <a:off x="6318504" y="156362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7" name="Shape 475"/>
          <p:cNvSpPr/>
          <p:nvPr/>
        </p:nvSpPr>
        <p:spPr>
          <a:xfrm>
            <a:off x="6437376" y="156362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8" name="Shape 476"/>
          <p:cNvSpPr/>
          <p:nvPr/>
        </p:nvSpPr>
        <p:spPr>
          <a:xfrm>
            <a:off x="6556248" y="156362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9" name="Shape 477"/>
          <p:cNvSpPr/>
          <p:nvPr/>
        </p:nvSpPr>
        <p:spPr>
          <a:xfrm>
            <a:off x="6675120" y="156362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0" name="Shape 478"/>
          <p:cNvSpPr/>
          <p:nvPr/>
        </p:nvSpPr>
        <p:spPr>
          <a:xfrm>
            <a:off x="6793992" y="156362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1" name="Shape 479"/>
          <p:cNvSpPr/>
          <p:nvPr/>
        </p:nvSpPr>
        <p:spPr>
          <a:xfrm>
            <a:off x="6912864" y="156362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2" name="Shape 480"/>
          <p:cNvSpPr/>
          <p:nvPr/>
        </p:nvSpPr>
        <p:spPr>
          <a:xfrm>
            <a:off x="7031736" y="156362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3" name="Shape 481"/>
          <p:cNvSpPr/>
          <p:nvPr/>
        </p:nvSpPr>
        <p:spPr>
          <a:xfrm>
            <a:off x="7150608" y="156362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4" name="Shape 482"/>
          <p:cNvSpPr/>
          <p:nvPr/>
        </p:nvSpPr>
        <p:spPr>
          <a:xfrm>
            <a:off x="7269480" y="156362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5" name="Shape 483"/>
          <p:cNvSpPr/>
          <p:nvPr/>
        </p:nvSpPr>
        <p:spPr>
          <a:xfrm>
            <a:off x="7388352" y="156362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6" name="Shape 484"/>
          <p:cNvSpPr/>
          <p:nvPr/>
        </p:nvSpPr>
        <p:spPr>
          <a:xfrm>
            <a:off x="7507224" y="156362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7" name="Shape 485"/>
          <p:cNvSpPr/>
          <p:nvPr/>
        </p:nvSpPr>
        <p:spPr>
          <a:xfrm>
            <a:off x="7626096" y="156362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8" name="Shape 486"/>
          <p:cNvSpPr/>
          <p:nvPr/>
        </p:nvSpPr>
        <p:spPr>
          <a:xfrm>
            <a:off x="7744968" y="156362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9" name="Shape 487"/>
          <p:cNvSpPr/>
          <p:nvPr/>
        </p:nvSpPr>
        <p:spPr>
          <a:xfrm>
            <a:off x="7863840" y="156362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0" name="Shape 488"/>
          <p:cNvSpPr/>
          <p:nvPr/>
        </p:nvSpPr>
        <p:spPr>
          <a:xfrm>
            <a:off x="7982712" y="156362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1" name="Shape 489"/>
          <p:cNvSpPr/>
          <p:nvPr/>
        </p:nvSpPr>
        <p:spPr>
          <a:xfrm>
            <a:off x="8101584" y="156362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2" name="Shape 490"/>
          <p:cNvSpPr/>
          <p:nvPr/>
        </p:nvSpPr>
        <p:spPr>
          <a:xfrm>
            <a:off x="8220456" y="156362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3" name="Shape 491"/>
          <p:cNvSpPr/>
          <p:nvPr/>
        </p:nvSpPr>
        <p:spPr>
          <a:xfrm>
            <a:off x="8339328" y="156362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4" name="Shape 492"/>
          <p:cNvSpPr/>
          <p:nvPr/>
        </p:nvSpPr>
        <p:spPr>
          <a:xfrm>
            <a:off x="8458200" y="156362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5" name="Shape 493"/>
          <p:cNvSpPr/>
          <p:nvPr/>
        </p:nvSpPr>
        <p:spPr>
          <a:xfrm>
            <a:off x="8577072" y="156362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6" name="Shape 494"/>
          <p:cNvSpPr/>
          <p:nvPr/>
        </p:nvSpPr>
        <p:spPr>
          <a:xfrm>
            <a:off x="8695944" y="156362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7" name="Shape 495"/>
          <p:cNvSpPr/>
          <p:nvPr/>
        </p:nvSpPr>
        <p:spPr>
          <a:xfrm>
            <a:off x="8814816" y="156362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8" name="Shape 496"/>
          <p:cNvSpPr/>
          <p:nvPr/>
        </p:nvSpPr>
        <p:spPr>
          <a:xfrm>
            <a:off x="8933688" y="156362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9" name="Shape 497"/>
          <p:cNvSpPr/>
          <p:nvPr/>
        </p:nvSpPr>
        <p:spPr>
          <a:xfrm>
            <a:off x="9052560" y="156362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0" name="Shape 498"/>
          <p:cNvSpPr/>
          <p:nvPr/>
        </p:nvSpPr>
        <p:spPr>
          <a:xfrm>
            <a:off x="9171432" y="156362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1" name="Shape 499"/>
          <p:cNvSpPr/>
          <p:nvPr/>
        </p:nvSpPr>
        <p:spPr>
          <a:xfrm>
            <a:off x="9290304" y="156362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2" name="Shape 500"/>
          <p:cNvSpPr/>
          <p:nvPr/>
        </p:nvSpPr>
        <p:spPr>
          <a:xfrm>
            <a:off x="9409176" y="156362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3" name="Shape 501"/>
          <p:cNvSpPr/>
          <p:nvPr/>
        </p:nvSpPr>
        <p:spPr>
          <a:xfrm>
            <a:off x="9528048" y="156362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4" name="Shape 502"/>
          <p:cNvSpPr/>
          <p:nvPr/>
        </p:nvSpPr>
        <p:spPr>
          <a:xfrm>
            <a:off x="9646920" y="156362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5" name="Shape 503"/>
          <p:cNvSpPr/>
          <p:nvPr/>
        </p:nvSpPr>
        <p:spPr>
          <a:xfrm>
            <a:off x="9765792" y="156362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6" name="Shape 504"/>
          <p:cNvSpPr/>
          <p:nvPr/>
        </p:nvSpPr>
        <p:spPr>
          <a:xfrm>
            <a:off x="4892040" y="168249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7" name="Shape 505"/>
          <p:cNvSpPr/>
          <p:nvPr/>
        </p:nvSpPr>
        <p:spPr>
          <a:xfrm>
            <a:off x="5010912" y="168249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8" name="Shape 506"/>
          <p:cNvSpPr/>
          <p:nvPr/>
        </p:nvSpPr>
        <p:spPr>
          <a:xfrm>
            <a:off x="5129784" y="168249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9" name="Shape 507"/>
          <p:cNvSpPr/>
          <p:nvPr/>
        </p:nvSpPr>
        <p:spPr>
          <a:xfrm>
            <a:off x="5248656" y="168249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0" name="Shape 508"/>
          <p:cNvSpPr/>
          <p:nvPr/>
        </p:nvSpPr>
        <p:spPr>
          <a:xfrm>
            <a:off x="5367528" y="168249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1" name="Shape 509"/>
          <p:cNvSpPr/>
          <p:nvPr/>
        </p:nvSpPr>
        <p:spPr>
          <a:xfrm>
            <a:off x="5486400" y="168249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2" name="Shape 510"/>
          <p:cNvSpPr/>
          <p:nvPr/>
        </p:nvSpPr>
        <p:spPr>
          <a:xfrm>
            <a:off x="5605272" y="168249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3" name="Shape 511"/>
          <p:cNvSpPr/>
          <p:nvPr/>
        </p:nvSpPr>
        <p:spPr>
          <a:xfrm>
            <a:off x="5724144" y="168249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4" name="Shape 512"/>
          <p:cNvSpPr/>
          <p:nvPr/>
        </p:nvSpPr>
        <p:spPr>
          <a:xfrm>
            <a:off x="5843016" y="168249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5" name="Shape 513"/>
          <p:cNvSpPr/>
          <p:nvPr/>
        </p:nvSpPr>
        <p:spPr>
          <a:xfrm>
            <a:off x="5961888" y="168249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6" name="Shape 514"/>
          <p:cNvSpPr/>
          <p:nvPr/>
        </p:nvSpPr>
        <p:spPr>
          <a:xfrm>
            <a:off x="6080760" y="168249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7" name="Shape 515"/>
          <p:cNvSpPr/>
          <p:nvPr/>
        </p:nvSpPr>
        <p:spPr>
          <a:xfrm>
            <a:off x="6199632" y="168249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8" name="Shape 516"/>
          <p:cNvSpPr/>
          <p:nvPr/>
        </p:nvSpPr>
        <p:spPr>
          <a:xfrm>
            <a:off x="6318504" y="168249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9" name="Shape 517"/>
          <p:cNvSpPr/>
          <p:nvPr/>
        </p:nvSpPr>
        <p:spPr>
          <a:xfrm>
            <a:off x="6437376" y="168249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0" name="Shape 518"/>
          <p:cNvSpPr/>
          <p:nvPr/>
        </p:nvSpPr>
        <p:spPr>
          <a:xfrm>
            <a:off x="6556248" y="168249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1" name="Shape 519"/>
          <p:cNvSpPr/>
          <p:nvPr/>
        </p:nvSpPr>
        <p:spPr>
          <a:xfrm>
            <a:off x="6675120" y="168249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2" name="Shape 520"/>
          <p:cNvSpPr/>
          <p:nvPr/>
        </p:nvSpPr>
        <p:spPr>
          <a:xfrm>
            <a:off x="6793992" y="168249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3" name="Shape 521"/>
          <p:cNvSpPr/>
          <p:nvPr/>
        </p:nvSpPr>
        <p:spPr>
          <a:xfrm>
            <a:off x="6912864" y="168249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4" name="Shape 522"/>
          <p:cNvSpPr/>
          <p:nvPr/>
        </p:nvSpPr>
        <p:spPr>
          <a:xfrm>
            <a:off x="7031736" y="168249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5" name="Shape 523"/>
          <p:cNvSpPr/>
          <p:nvPr/>
        </p:nvSpPr>
        <p:spPr>
          <a:xfrm>
            <a:off x="7150608" y="168249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6" name="Shape 524"/>
          <p:cNvSpPr/>
          <p:nvPr/>
        </p:nvSpPr>
        <p:spPr>
          <a:xfrm>
            <a:off x="7269480" y="168249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7" name="Shape 525"/>
          <p:cNvSpPr/>
          <p:nvPr/>
        </p:nvSpPr>
        <p:spPr>
          <a:xfrm>
            <a:off x="7388352" y="168249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8" name="Shape 526"/>
          <p:cNvSpPr/>
          <p:nvPr/>
        </p:nvSpPr>
        <p:spPr>
          <a:xfrm>
            <a:off x="7507224" y="168249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9" name="Shape 527"/>
          <p:cNvSpPr/>
          <p:nvPr/>
        </p:nvSpPr>
        <p:spPr>
          <a:xfrm>
            <a:off x="7626096" y="168249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0" name="Shape 528"/>
          <p:cNvSpPr/>
          <p:nvPr/>
        </p:nvSpPr>
        <p:spPr>
          <a:xfrm>
            <a:off x="7744968" y="168249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1" name="Shape 529"/>
          <p:cNvSpPr/>
          <p:nvPr/>
        </p:nvSpPr>
        <p:spPr>
          <a:xfrm>
            <a:off x="7863840" y="168249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2" name="Shape 530"/>
          <p:cNvSpPr/>
          <p:nvPr/>
        </p:nvSpPr>
        <p:spPr>
          <a:xfrm>
            <a:off x="7982712" y="168249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3" name="Shape 531"/>
          <p:cNvSpPr/>
          <p:nvPr/>
        </p:nvSpPr>
        <p:spPr>
          <a:xfrm>
            <a:off x="8101584" y="168249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4" name="Shape 532"/>
          <p:cNvSpPr/>
          <p:nvPr/>
        </p:nvSpPr>
        <p:spPr>
          <a:xfrm>
            <a:off x="8220456" y="168249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5" name="Shape 533"/>
          <p:cNvSpPr/>
          <p:nvPr/>
        </p:nvSpPr>
        <p:spPr>
          <a:xfrm>
            <a:off x="8339328" y="168249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6" name="Shape 534"/>
          <p:cNvSpPr/>
          <p:nvPr/>
        </p:nvSpPr>
        <p:spPr>
          <a:xfrm>
            <a:off x="8458200" y="168249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7" name="Shape 535"/>
          <p:cNvSpPr/>
          <p:nvPr/>
        </p:nvSpPr>
        <p:spPr>
          <a:xfrm>
            <a:off x="8577072" y="168249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8" name="Shape 536"/>
          <p:cNvSpPr/>
          <p:nvPr/>
        </p:nvSpPr>
        <p:spPr>
          <a:xfrm>
            <a:off x="8695944" y="168249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9" name="Shape 537"/>
          <p:cNvSpPr/>
          <p:nvPr/>
        </p:nvSpPr>
        <p:spPr>
          <a:xfrm>
            <a:off x="8814816" y="168249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0" name="Shape 538"/>
          <p:cNvSpPr/>
          <p:nvPr/>
        </p:nvSpPr>
        <p:spPr>
          <a:xfrm>
            <a:off x="8933688" y="168249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1" name="Shape 539"/>
          <p:cNvSpPr/>
          <p:nvPr/>
        </p:nvSpPr>
        <p:spPr>
          <a:xfrm>
            <a:off x="9052560" y="168249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2" name="Shape 540"/>
          <p:cNvSpPr/>
          <p:nvPr/>
        </p:nvSpPr>
        <p:spPr>
          <a:xfrm>
            <a:off x="9171432" y="168249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3" name="Shape 541"/>
          <p:cNvSpPr/>
          <p:nvPr/>
        </p:nvSpPr>
        <p:spPr>
          <a:xfrm>
            <a:off x="9290304" y="168249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4" name="Shape 542"/>
          <p:cNvSpPr/>
          <p:nvPr/>
        </p:nvSpPr>
        <p:spPr>
          <a:xfrm>
            <a:off x="9409176" y="168249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5" name="Shape 543"/>
          <p:cNvSpPr/>
          <p:nvPr/>
        </p:nvSpPr>
        <p:spPr>
          <a:xfrm>
            <a:off x="9528048" y="168249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6" name="Shape 544"/>
          <p:cNvSpPr/>
          <p:nvPr/>
        </p:nvSpPr>
        <p:spPr>
          <a:xfrm>
            <a:off x="9646920" y="168249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7" name="Shape 545"/>
          <p:cNvSpPr/>
          <p:nvPr/>
        </p:nvSpPr>
        <p:spPr>
          <a:xfrm>
            <a:off x="9765792" y="168249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8" name="Shape 546"/>
          <p:cNvSpPr/>
          <p:nvPr/>
        </p:nvSpPr>
        <p:spPr>
          <a:xfrm>
            <a:off x="4892040" y="180136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9" name="Shape 547"/>
          <p:cNvSpPr/>
          <p:nvPr/>
        </p:nvSpPr>
        <p:spPr>
          <a:xfrm>
            <a:off x="5010912" y="180136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0" name="Shape 548"/>
          <p:cNvSpPr/>
          <p:nvPr/>
        </p:nvSpPr>
        <p:spPr>
          <a:xfrm>
            <a:off x="5129784" y="180136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1" name="Shape 549"/>
          <p:cNvSpPr/>
          <p:nvPr/>
        </p:nvSpPr>
        <p:spPr>
          <a:xfrm>
            <a:off x="5248656" y="180136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2" name="Shape 550"/>
          <p:cNvSpPr/>
          <p:nvPr/>
        </p:nvSpPr>
        <p:spPr>
          <a:xfrm>
            <a:off x="5367528" y="180136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3" name="Shape 551"/>
          <p:cNvSpPr/>
          <p:nvPr/>
        </p:nvSpPr>
        <p:spPr>
          <a:xfrm>
            <a:off x="5486400" y="180136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4" name="Shape 552"/>
          <p:cNvSpPr/>
          <p:nvPr/>
        </p:nvSpPr>
        <p:spPr>
          <a:xfrm>
            <a:off x="5605272" y="180136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5" name="Shape 553"/>
          <p:cNvSpPr/>
          <p:nvPr/>
        </p:nvSpPr>
        <p:spPr>
          <a:xfrm>
            <a:off x="5724144" y="180136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6" name="Shape 554"/>
          <p:cNvSpPr/>
          <p:nvPr/>
        </p:nvSpPr>
        <p:spPr>
          <a:xfrm>
            <a:off x="5843016" y="180136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7" name="Shape 555"/>
          <p:cNvSpPr/>
          <p:nvPr/>
        </p:nvSpPr>
        <p:spPr>
          <a:xfrm>
            <a:off x="5961888" y="180136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8" name="Shape 556"/>
          <p:cNvSpPr/>
          <p:nvPr/>
        </p:nvSpPr>
        <p:spPr>
          <a:xfrm>
            <a:off x="6080760" y="180136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9" name="Shape 557"/>
          <p:cNvSpPr/>
          <p:nvPr/>
        </p:nvSpPr>
        <p:spPr>
          <a:xfrm>
            <a:off x="6199632" y="180136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0" name="Shape 558"/>
          <p:cNvSpPr/>
          <p:nvPr/>
        </p:nvSpPr>
        <p:spPr>
          <a:xfrm>
            <a:off x="6318504" y="180136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1" name="Shape 559"/>
          <p:cNvSpPr/>
          <p:nvPr/>
        </p:nvSpPr>
        <p:spPr>
          <a:xfrm>
            <a:off x="6437376" y="180136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2" name="Shape 560"/>
          <p:cNvSpPr/>
          <p:nvPr/>
        </p:nvSpPr>
        <p:spPr>
          <a:xfrm>
            <a:off x="6556248" y="180136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3" name="Shape 561"/>
          <p:cNvSpPr/>
          <p:nvPr/>
        </p:nvSpPr>
        <p:spPr>
          <a:xfrm>
            <a:off x="6675120" y="180136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4" name="Shape 562"/>
          <p:cNvSpPr/>
          <p:nvPr/>
        </p:nvSpPr>
        <p:spPr>
          <a:xfrm>
            <a:off x="6793992" y="180136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5" name="Shape 563"/>
          <p:cNvSpPr/>
          <p:nvPr/>
        </p:nvSpPr>
        <p:spPr>
          <a:xfrm>
            <a:off x="6912864" y="180136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6" name="Shape 564"/>
          <p:cNvSpPr/>
          <p:nvPr/>
        </p:nvSpPr>
        <p:spPr>
          <a:xfrm>
            <a:off x="7031736" y="180136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7" name="Shape 565"/>
          <p:cNvSpPr/>
          <p:nvPr/>
        </p:nvSpPr>
        <p:spPr>
          <a:xfrm>
            <a:off x="7150608" y="180136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8" name="Shape 566"/>
          <p:cNvSpPr/>
          <p:nvPr/>
        </p:nvSpPr>
        <p:spPr>
          <a:xfrm>
            <a:off x="7269480" y="180136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9" name="Shape 567"/>
          <p:cNvSpPr/>
          <p:nvPr/>
        </p:nvSpPr>
        <p:spPr>
          <a:xfrm>
            <a:off x="7388352" y="180136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0" name="Shape 568"/>
          <p:cNvSpPr/>
          <p:nvPr/>
        </p:nvSpPr>
        <p:spPr>
          <a:xfrm>
            <a:off x="7507224" y="180136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1" name="Shape 569"/>
          <p:cNvSpPr/>
          <p:nvPr/>
        </p:nvSpPr>
        <p:spPr>
          <a:xfrm>
            <a:off x="7626096" y="180136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2" name="Shape 570"/>
          <p:cNvSpPr/>
          <p:nvPr/>
        </p:nvSpPr>
        <p:spPr>
          <a:xfrm>
            <a:off x="7744968" y="180136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3" name="Shape 571"/>
          <p:cNvSpPr/>
          <p:nvPr/>
        </p:nvSpPr>
        <p:spPr>
          <a:xfrm>
            <a:off x="7863840" y="180136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4" name="Shape 572"/>
          <p:cNvSpPr/>
          <p:nvPr/>
        </p:nvSpPr>
        <p:spPr>
          <a:xfrm>
            <a:off x="7982712" y="180136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5" name="Shape 573"/>
          <p:cNvSpPr/>
          <p:nvPr/>
        </p:nvSpPr>
        <p:spPr>
          <a:xfrm>
            <a:off x="8101584" y="180136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6" name="Shape 574"/>
          <p:cNvSpPr/>
          <p:nvPr/>
        </p:nvSpPr>
        <p:spPr>
          <a:xfrm>
            <a:off x="8220456" y="180136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7" name="Shape 575"/>
          <p:cNvSpPr/>
          <p:nvPr/>
        </p:nvSpPr>
        <p:spPr>
          <a:xfrm>
            <a:off x="8339328" y="180136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8" name="Shape 576"/>
          <p:cNvSpPr/>
          <p:nvPr/>
        </p:nvSpPr>
        <p:spPr>
          <a:xfrm>
            <a:off x="8458200" y="180136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9" name="Shape 577"/>
          <p:cNvSpPr/>
          <p:nvPr/>
        </p:nvSpPr>
        <p:spPr>
          <a:xfrm>
            <a:off x="8577072" y="180136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0" name="Shape 578"/>
          <p:cNvSpPr/>
          <p:nvPr/>
        </p:nvSpPr>
        <p:spPr>
          <a:xfrm>
            <a:off x="8695944" y="180136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1" name="Shape 579"/>
          <p:cNvSpPr/>
          <p:nvPr/>
        </p:nvSpPr>
        <p:spPr>
          <a:xfrm>
            <a:off x="8814816" y="180136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2" name="Shape 580"/>
          <p:cNvSpPr/>
          <p:nvPr/>
        </p:nvSpPr>
        <p:spPr>
          <a:xfrm>
            <a:off x="8933688" y="180136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3" name="Shape 581"/>
          <p:cNvSpPr/>
          <p:nvPr/>
        </p:nvSpPr>
        <p:spPr>
          <a:xfrm>
            <a:off x="9052560" y="180136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4" name="Shape 582"/>
          <p:cNvSpPr/>
          <p:nvPr/>
        </p:nvSpPr>
        <p:spPr>
          <a:xfrm>
            <a:off x="9171432" y="180136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5" name="Shape 583"/>
          <p:cNvSpPr/>
          <p:nvPr/>
        </p:nvSpPr>
        <p:spPr>
          <a:xfrm>
            <a:off x="9290304" y="180136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6" name="Shape 584"/>
          <p:cNvSpPr/>
          <p:nvPr/>
        </p:nvSpPr>
        <p:spPr>
          <a:xfrm>
            <a:off x="9409176" y="180136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7" name="Shape 585"/>
          <p:cNvSpPr/>
          <p:nvPr/>
        </p:nvSpPr>
        <p:spPr>
          <a:xfrm>
            <a:off x="9528048" y="180136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8" name="Shape 586"/>
          <p:cNvSpPr/>
          <p:nvPr/>
        </p:nvSpPr>
        <p:spPr>
          <a:xfrm>
            <a:off x="9646920" y="180136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9" name="Shape 587"/>
          <p:cNvSpPr/>
          <p:nvPr/>
        </p:nvSpPr>
        <p:spPr>
          <a:xfrm>
            <a:off x="9765792" y="180136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0" name="Shape 588"/>
          <p:cNvSpPr/>
          <p:nvPr/>
        </p:nvSpPr>
        <p:spPr>
          <a:xfrm>
            <a:off x="4892040" y="192024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1" name="Shape 589"/>
          <p:cNvSpPr/>
          <p:nvPr/>
        </p:nvSpPr>
        <p:spPr>
          <a:xfrm>
            <a:off x="5010912" y="192024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2" name="Shape 590"/>
          <p:cNvSpPr/>
          <p:nvPr/>
        </p:nvSpPr>
        <p:spPr>
          <a:xfrm>
            <a:off x="5129784" y="192024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3" name="Shape 591"/>
          <p:cNvSpPr/>
          <p:nvPr/>
        </p:nvSpPr>
        <p:spPr>
          <a:xfrm>
            <a:off x="5248656" y="192024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4" name="Shape 592"/>
          <p:cNvSpPr/>
          <p:nvPr/>
        </p:nvSpPr>
        <p:spPr>
          <a:xfrm>
            <a:off x="5367528" y="192024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5" name="Shape 593"/>
          <p:cNvSpPr/>
          <p:nvPr/>
        </p:nvSpPr>
        <p:spPr>
          <a:xfrm>
            <a:off x="5486400" y="192024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6" name="Shape 594"/>
          <p:cNvSpPr/>
          <p:nvPr/>
        </p:nvSpPr>
        <p:spPr>
          <a:xfrm>
            <a:off x="5605272" y="192024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7" name="Shape 595"/>
          <p:cNvSpPr/>
          <p:nvPr/>
        </p:nvSpPr>
        <p:spPr>
          <a:xfrm>
            <a:off x="5724144" y="192024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8" name="Shape 596"/>
          <p:cNvSpPr/>
          <p:nvPr/>
        </p:nvSpPr>
        <p:spPr>
          <a:xfrm>
            <a:off x="5843016" y="192024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9" name="Shape 597"/>
          <p:cNvSpPr/>
          <p:nvPr/>
        </p:nvSpPr>
        <p:spPr>
          <a:xfrm>
            <a:off x="5961888" y="192024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0" name="Shape 598"/>
          <p:cNvSpPr/>
          <p:nvPr/>
        </p:nvSpPr>
        <p:spPr>
          <a:xfrm>
            <a:off x="6080760" y="192024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1" name="Shape 599"/>
          <p:cNvSpPr/>
          <p:nvPr/>
        </p:nvSpPr>
        <p:spPr>
          <a:xfrm>
            <a:off x="6199632" y="192024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2" name="Shape 600"/>
          <p:cNvSpPr/>
          <p:nvPr/>
        </p:nvSpPr>
        <p:spPr>
          <a:xfrm>
            <a:off x="6318504" y="192024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3" name="Shape 601"/>
          <p:cNvSpPr/>
          <p:nvPr/>
        </p:nvSpPr>
        <p:spPr>
          <a:xfrm>
            <a:off x="6437376" y="192024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4" name="Shape 602"/>
          <p:cNvSpPr/>
          <p:nvPr/>
        </p:nvSpPr>
        <p:spPr>
          <a:xfrm>
            <a:off x="6556248" y="192024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5" name="Shape 603"/>
          <p:cNvSpPr/>
          <p:nvPr/>
        </p:nvSpPr>
        <p:spPr>
          <a:xfrm>
            <a:off x="6675120" y="192024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6" name="Shape 604"/>
          <p:cNvSpPr/>
          <p:nvPr/>
        </p:nvSpPr>
        <p:spPr>
          <a:xfrm>
            <a:off x="6793992" y="192024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7" name="Shape 605"/>
          <p:cNvSpPr/>
          <p:nvPr/>
        </p:nvSpPr>
        <p:spPr>
          <a:xfrm>
            <a:off x="6912864" y="192024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8" name="Shape 606"/>
          <p:cNvSpPr/>
          <p:nvPr/>
        </p:nvSpPr>
        <p:spPr>
          <a:xfrm>
            <a:off x="7031736" y="192024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9" name="Shape 607"/>
          <p:cNvSpPr/>
          <p:nvPr/>
        </p:nvSpPr>
        <p:spPr>
          <a:xfrm>
            <a:off x="7150608" y="192024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0" name="Shape 608"/>
          <p:cNvSpPr/>
          <p:nvPr/>
        </p:nvSpPr>
        <p:spPr>
          <a:xfrm>
            <a:off x="7269480" y="192024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1" name="Shape 609"/>
          <p:cNvSpPr/>
          <p:nvPr/>
        </p:nvSpPr>
        <p:spPr>
          <a:xfrm>
            <a:off x="7388352" y="192024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2" name="Shape 610"/>
          <p:cNvSpPr/>
          <p:nvPr/>
        </p:nvSpPr>
        <p:spPr>
          <a:xfrm>
            <a:off x="7507224" y="192024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3" name="Shape 611"/>
          <p:cNvSpPr/>
          <p:nvPr/>
        </p:nvSpPr>
        <p:spPr>
          <a:xfrm>
            <a:off x="7626096" y="192024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4" name="Shape 612"/>
          <p:cNvSpPr/>
          <p:nvPr/>
        </p:nvSpPr>
        <p:spPr>
          <a:xfrm>
            <a:off x="7744968" y="192024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5" name="Shape 613"/>
          <p:cNvSpPr/>
          <p:nvPr/>
        </p:nvSpPr>
        <p:spPr>
          <a:xfrm>
            <a:off x="7863840" y="192024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6" name="Shape 614"/>
          <p:cNvSpPr/>
          <p:nvPr/>
        </p:nvSpPr>
        <p:spPr>
          <a:xfrm>
            <a:off x="7982712" y="192024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7" name="Shape 615"/>
          <p:cNvSpPr/>
          <p:nvPr/>
        </p:nvSpPr>
        <p:spPr>
          <a:xfrm>
            <a:off x="8101584" y="192024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8" name="Shape 616"/>
          <p:cNvSpPr/>
          <p:nvPr/>
        </p:nvSpPr>
        <p:spPr>
          <a:xfrm>
            <a:off x="8220456" y="192024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9" name="Shape 617"/>
          <p:cNvSpPr/>
          <p:nvPr/>
        </p:nvSpPr>
        <p:spPr>
          <a:xfrm>
            <a:off x="8339328" y="192024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0" name="Shape 618"/>
          <p:cNvSpPr/>
          <p:nvPr/>
        </p:nvSpPr>
        <p:spPr>
          <a:xfrm>
            <a:off x="8458200" y="192024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1" name="Shape 619"/>
          <p:cNvSpPr/>
          <p:nvPr/>
        </p:nvSpPr>
        <p:spPr>
          <a:xfrm>
            <a:off x="8577072" y="192024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2" name="Shape 620"/>
          <p:cNvSpPr/>
          <p:nvPr/>
        </p:nvSpPr>
        <p:spPr>
          <a:xfrm>
            <a:off x="8695944" y="192024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3" name="Shape 621"/>
          <p:cNvSpPr/>
          <p:nvPr/>
        </p:nvSpPr>
        <p:spPr>
          <a:xfrm>
            <a:off x="8814816" y="192024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4" name="Shape 622"/>
          <p:cNvSpPr/>
          <p:nvPr/>
        </p:nvSpPr>
        <p:spPr>
          <a:xfrm>
            <a:off x="8933688" y="192024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5" name="Shape 623"/>
          <p:cNvSpPr/>
          <p:nvPr/>
        </p:nvSpPr>
        <p:spPr>
          <a:xfrm>
            <a:off x="9052560" y="192024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6" name="Shape 624"/>
          <p:cNvSpPr/>
          <p:nvPr/>
        </p:nvSpPr>
        <p:spPr>
          <a:xfrm>
            <a:off x="9171432" y="192024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7" name="Shape 625"/>
          <p:cNvSpPr/>
          <p:nvPr/>
        </p:nvSpPr>
        <p:spPr>
          <a:xfrm>
            <a:off x="9290304" y="192024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8" name="Shape 626"/>
          <p:cNvSpPr/>
          <p:nvPr/>
        </p:nvSpPr>
        <p:spPr>
          <a:xfrm>
            <a:off x="9409176" y="192024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9" name="Shape 627"/>
          <p:cNvSpPr/>
          <p:nvPr/>
        </p:nvSpPr>
        <p:spPr>
          <a:xfrm>
            <a:off x="9528048" y="192024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0" name="Shape 628"/>
          <p:cNvSpPr/>
          <p:nvPr/>
        </p:nvSpPr>
        <p:spPr>
          <a:xfrm>
            <a:off x="9646920" y="192024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1" name="Shape 629"/>
          <p:cNvSpPr/>
          <p:nvPr/>
        </p:nvSpPr>
        <p:spPr>
          <a:xfrm>
            <a:off x="9765792" y="192024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2" name="Shape 630"/>
          <p:cNvSpPr/>
          <p:nvPr/>
        </p:nvSpPr>
        <p:spPr>
          <a:xfrm>
            <a:off x="4892040" y="203911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3" name="Shape 631"/>
          <p:cNvSpPr/>
          <p:nvPr/>
        </p:nvSpPr>
        <p:spPr>
          <a:xfrm>
            <a:off x="5010912" y="203911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4" name="Shape 632"/>
          <p:cNvSpPr/>
          <p:nvPr/>
        </p:nvSpPr>
        <p:spPr>
          <a:xfrm>
            <a:off x="5129784" y="203911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5" name="Shape 633"/>
          <p:cNvSpPr/>
          <p:nvPr/>
        </p:nvSpPr>
        <p:spPr>
          <a:xfrm>
            <a:off x="5248656" y="203911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6" name="Shape 634"/>
          <p:cNvSpPr/>
          <p:nvPr/>
        </p:nvSpPr>
        <p:spPr>
          <a:xfrm>
            <a:off x="5367528" y="203911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7" name="Shape 635"/>
          <p:cNvSpPr/>
          <p:nvPr/>
        </p:nvSpPr>
        <p:spPr>
          <a:xfrm>
            <a:off x="5486400" y="203911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8" name="Shape 636"/>
          <p:cNvSpPr/>
          <p:nvPr/>
        </p:nvSpPr>
        <p:spPr>
          <a:xfrm>
            <a:off x="5605272" y="203911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9" name="Shape 637"/>
          <p:cNvSpPr/>
          <p:nvPr/>
        </p:nvSpPr>
        <p:spPr>
          <a:xfrm>
            <a:off x="5724144" y="203911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0" name="Shape 638"/>
          <p:cNvSpPr/>
          <p:nvPr/>
        </p:nvSpPr>
        <p:spPr>
          <a:xfrm>
            <a:off x="5843016" y="203911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1" name="Shape 639"/>
          <p:cNvSpPr/>
          <p:nvPr/>
        </p:nvSpPr>
        <p:spPr>
          <a:xfrm>
            <a:off x="5961888" y="203911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2" name="Shape 640"/>
          <p:cNvSpPr/>
          <p:nvPr/>
        </p:nvSpPr>
        <p:spPr>
          <a:xfrm>
            <a:off x="6080760" y="203911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3" name="Shape 641"/>
          <p:cNvSpPr/>
          <p:nvPr/>
        </p:nvSpPr>
        <p:spPr>
          <a:xfrm>
            <a:off x="6199632" y="203911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4" name="Shape 642"/>
          <p:cNvSpPr/>
          <p:nvPr/>
        </p:nvSpPr>
        <p:spPr>
          <a:xfrm>
            <a:off x="6318504" y="203911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5" name="Shape 643"/>
          <p:cNvSpPr/>
          <p:nvPr/>
        </p:nvSpPr>
        <p:spPr>
          <a:xfrm>
            <a:off x="6437376" y="203911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6" name="Shape 644"/>
          <p:cNvSpPr/>
          <p:nvPr/>
        </p:nvSpPr>
        <p:spPr>
          <a:xfrm>
            <a:off x="6556248" y="203911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7" name="Shape 645"/>
          <p:cNvSpPr/>
          <p:nvPr/>
        </p:nvSpPr>
        <p:spPr>
          <a:xfrm>
            <a:off x="6675120" y="203911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8" name="Shape 646"/>
          <p:cNvSpPr/>
          <p:nvPr/>
        </p:nvSpPr>
        <p:spPr>
          <a:xfrm>
            <a:off x="6793992" y="203911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9" name="Shape 647"/>
          <p:cNvSpPr/>
          <p:nvPr/>
        </p:nvSpPr>
        <p:spPr>
          <a:xfrm>
            <a:off x="6912864" y="203911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0" name="Shape 648"/>
          <p:cNvSpPr/>
          <p:nvPr/>
        </p:nvSpPr>
        <p:spPr>
          <a:xfrm>
            <a:off x="7031736" y="203911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1" name="Shape 649"/>
          <p:cNvSpPr/>
          <p:nvPr/>
        </p:nvSpPr>
        <p:spPr>
          <a:xfrm>
            <a:off x="7150608" y="203911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2" name="Shape 650"/>
          <p:cNvSpPr/>
          <p:nvPr/>
        </p:nvSpPr>
        <p:spPr>
          <a:xfrm>
            <a:off x="7269480" y="203911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3" name="Shape 651"/>
          <p:cNvSpPr/>
          <p:nvPr/>
        </p:nvSpPr>
        <p:spPr>
          <a:xfrm>
            <a:off x="7388352" y="203911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4" name="Shape 652"/>
          <p:cNvSpPr/>
          <p:nvPr/>
        </p:nvSpPr>
        <p:spPr>
          <a:xfrm>
            <a:off x="7507224" y="203911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5" name="Shape 653"/>
          <p:cNvSpPr/>
          <p:nvPr/>
        </p:nvSpPr>
        <p:spPr>
          <a:xfrm>
            <a:off x="7626096" y="203911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6" name="Shape 654"/>
          <p:cNvSpPr/>
          <p:nvPr/>
        </p:nvSpPr>
        <p:spPr>
          <a:xfrm>
            <a:off x="7744968" y="203911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7" name="Shape 655"/>
          <p:cNvSpPr/>
          <p:nvPr/>
        </p:nvSpPr>
        <p:spPr>
          <a:xfrm>
            <a:off x="7863840" y="203911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8" name="Shape 656"/>
          <p:cNvSpPr/>
          <p:nvPr/>
        </p:nvSpPr>
        <p:spPr>
          <a:xfrm>
            <a:off x="7982712" y="203911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9" name="Shape 657"/>
          <p:cNvSpPr/>
          <p:nvPr/>
        </p:nvSpPr>
        <p:spPr>
          <a:xfrm>
            <a:off x="8101584" y="203911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0" name="Shape 658"/>
          <p:cNvSpPr/>
          <p:nvPr/>
        </p:nvSpPr>
        <p:spPr>
          <a:xfrm>
            <a:off x="8220456" y="203911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1" name="Shape 659"/>
          <p:cNvSpPr/>
          <p:nvPr/>
        </p:nvSpPr>
        <p:spPr>
          <a:xfrm>
            <a:off x="8339328" y="203911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2" name="Shape 660"/>
          <p:cNvSpPr/>
          <p:nvPr/>
        </p:nvSpPr>
        <p:spPr>
          <a:xfrm>
            <a:off x="8458200" y="203911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3" name="Shape 661"/>
          <p:cNvSpPr/>
          <p:nvPr/>
        </p:nvSpPr>
        <p:spPr>
          <a:xfrm>
            <a:off x="8577072" y="203911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4" name="Shape 662"/>
          <p:cNvSpPr/>
          <p:nvPr/>
        </p:nvSpPr>
        <p:spPr>
          <a:xfrm>
            <a:off x="8695944" y="203911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5" name="Shape 663"/>
          <p:cNvSpPr/>
          <p:nvPr/>
        </p:nvSpPr>
        <p:spPr>
          <a:xfrm>
            <a:off x="8814816" y="203911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6" name="Shape 664"/>
          <p:cNvSpPr/>
          <p:nvPr/>
        </p:nvSpPr>
        <p:spPr>
          <a:xfrm>
            <a:off x="8933688" y="203911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7" name="Shape 665"/>
          <p:cNvSpPr/>
          <p:nvPr/>
        </p:nvSpPr>
        <p:spPr>
          <a:xfrm>
            <a:off x="9052560" y="203911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8" name="Shape 666"/>
          <p:cNvSpPr/>
          <p:nvPr/>
        </p:nvSpPr>
        <p:spPr>
          <a:xfrm>
            <a:off x="9171432" y="203911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9" name="Shape 667"/>
          <p:cNvSpPr/>
          <p:nvPr/>
        </p:nvSpPr>
        <p:spPr>
          <a:xfrm>
            <a:off x="9290304" y="203911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0" name="Shape 668"/>
          <p:cNvSpPr/>
          <p:nvPr/>
        </p:nvSpPr>
        <p:spPr>
          <a:xfrm>
            <a:off x="9409176" y="203911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1" name="Shape 669"/>
          <p:cNvSpPr/>
          <p:nvPr/>
        </p:nvSpPr>
        <p:spPr>
          <a:xfrm>
            <a:off x="9528048" y="203911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2" name="Shape 670"/>
          <p:cNvSpPr/>
          <p:nvPr/>
        </p:nvSpPr>
        <p:spPr>
          <a:xfrm>
            <a:off x="9646920" y="203911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3" name="Shape 671"/>
          <p:cNvSpPr/>
          <p:nvPr/>
        </p:nvSpPr>
        <p:spPr>
          <a:xfrm>
            <a:off x="9765792" y="203911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4" name="Shape 672"/>
          <p:cNvSpPr/>
          <p:nvPr/>
        </p:nvSpPr>
        <p:spPr>
          <a:xfrm>
            <a:off x="4892040" y="215798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5" name="Shape 673"/>
          <p:cNvSpPr/>
          <p:nvPr/>
        </p:nvSpPr>
        <p:spPr>
          <a:xfrm>
            <a:off x="5010912" y="215798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6" name="Shape 674"/>
          <p:cNvSpPr/>
          <p:nvPr/>
        </p:nvSpPr>
        <p:spPr>
          <a:xfrm>
            <a:off x="5129784" y="215798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7" name="Shape 675"/>
          <p:cNvSpPr/>
          <p:nvPr/>
        </p:nvSpPr>
        <p:spPr>
          <a:xfrm>
            <a:off x="5248656" y="215798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8" name="Shape 676"/>
          <p:cNvSpPr/>
          <p:nvPr/>
        </p:nvSpPr>
        <p:spPr>
          <a:xfrm>
            <a:off x="5367528" y="215798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9" name="Shape 677"/>
          <p:cNvSpPr/>
          <p:nvPr/>
        </p:nvSpPr>
        <p:spPr>
          <a:xfrm>
            <a:off x="5486400" y="215798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0" name="Shape 678"/>
          <p:cNvSpPr/>
          <p:nvPr/>
        </p:nvSpPr>
        <p:spPr>
          <a:xfrm>
            <a:off x="5605272" y="215798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1" name="Shape 679"/>
          <p:cNvSpPr/>
          <p:nvPr/>
        </p:nvSpPr>
        <p:spPr>
          <a:xfrm>
            <a:off x="5724144" y="215798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2" name="Shape 680"/>
          <p:cNvSpPr/>
          <p:nvPr/>
        </p:nvSpPr>
        <p:spPr>
          <a:xfrm>
            <a:off x="5843016" y="215798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3" name="Shape 681"/>
          <p:cNvSpPr/>
          <p:nvPr/>
        </p:nvSpPr>
        <p:spPr>
          <a:xfrm>
            <a:off x="5961888" y="215798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4" name="Shape 682"/>
          <p:cNvSpPr/>
          <p:nvPr/>
        </p:nvSpPr>
        <p:spPr>
          <a:xfrm>
            <a:off x="6080760" y="215798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5" name="Shape 683"/>
          <p:cNvSpPr/>
          <p:nvPr/>
        </p:nvSpPr>
        <p:spPr>
          <a:xfrm>
            <a:off x="6199632" y="215798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6" name="Shape 684"/>
          <p:cNvSpPr/>
          <p:nvPr/>
        </p:nvSpPr>
        <p:spPr>
          <a:xfrm>
            <a:off x="6318504" y="215798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7" name="Shape 685"/>
          <p:cNvSpPr/>
          <p:nvPr/>
        </p:nvSpPr>
        <p:spPr>
          <a:xfrm>
            <a:off x="6437376" y="215798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8" name="Shape 686"/>
          <p:cNvSpPr/>
          <p:nvPr/>
        </p:nvSpPr>
        <p:spPr>
          <a:xfrm>
            <a:off x="6556248" y="215798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9" name="Shape 687"/>
          <p:cNvSpPr/>
          <p:nvPr/>
        </p:nvSpPr>
        <p:spPr>
          <a:xfrm>
            <a:off x="6675120" y="215798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0" name="Shape 688"/>
          <p:cNvSpPr/>
          <p:nvPr/>
        </p:nvSpPr>
        <p:spPr>
          <a:xfrm>
            <a:off x="6793992" y="215798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1" name="Shape 689"/>
          <p:cNvSpPr/>
          <p:nvPr/>
        </p:nvSpPr>
        <p:spPr>
          <a:xfrm>
            <a:off x="6912864" y="215798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2" name="Shape 690"/>
          <p:cNvSpPr/>
          <p:nvPr/>
        </p:nvSpPr>
        <p:spPr>
          <a:xfrm>
            <a:off x="7031736" y="215798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3" name="Shape 691"/>
          <p:cNvSpPr/>
          <p:nvPr/>
        </p:nvSpPr>
        <p:spPr>
          <a:xfrm>
            <a:off x="7150608" y="215798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4" name="Shape 692"/>
          <p:cNvSpPr/>
          <p:nvPr/>
        </p:nvSpPr>
        <p:spPr>
          <a:xfrm>
            <a:off x="7269480" y="215798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5" name="Shape 693"/>
          <p:cNvSpPr/>
          <p:nvPr/>
        </p:nvSpPr>
        <p:spPr>
          <a:xfrm>
            <a:off x="7388352" y="215798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6" name="Shape 694"/>
          <p:cNvSpPr/>
          <p:nvPr/>
        </p:nvSpPr>
        <p:spPr>
          <a:xfrm>
            <a:off x="7507224" y="215798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7" name="Shape 695"/>
          <p:cNvSpPr/>
          <p:nvPr/>
        </p:nvSpPr>
        <p:spPr>
          <a:xfrm>
            <a:off x="7626096" y="215798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8" name="Shape 696"/>
          <p:cNvSpPr/>
          <p:nvPr/>
        </p:nvSpPr>
        <p:spPr>
          <a:xfrm>
            <a:off x="7744968" y="215798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9" name="Shape 697"/>
          <p:cNvSpPr/>
          <p:nvPr/>
        </p:nvSpPr>
        <p:spPr>
          <a:xfrm>
            <a:off x="7863840" y="215798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0" name="Shape 698"/>
          <p:cNvSpPr/>
          <p:nvPr/>
        </p:nvSpPr>
        <p:spPr>
          <a:xfrm>
            <a:off x="7982712" y="215798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1" name="Shape 699"/>
          <p:cNvSpPr/>
          <p:nvPr/>
        </p:nvSpPr>
        <p:spPr>
          <a:xfrm>
            <a:off x="8101584" y="215798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2" name="Shape 700"/>
          <p:cNvSpPr/>
          <p:nvPr/>
        </p:nvSpPr>
        <p:spPr>
          <a:xfrm>
            <a:off x="8220456" y="215798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3" name="Shape 701"/>
          <p:cNvSpPr/>
          <p:nvPr/>
        </p:nvSpPr>
        <p:spPr>
          <a:xfrm>
            <a:off x="8339328" y="215798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4" name="Shape 702"/>
          <p:cNvSpPr/>
          <p:nvPr/>
        </p:nvSpPr>
        <p:spPr>
          <a:xfrm>
            <a:off x="8458200" y="215798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5" name="Shape 703"/>
          <p:cNvSpPr/>
          <p:nvPr/>
        </p:nvSpPr>
        <p:spPr>
          <a:xfrm>
            <a:off x="8577072" y="215798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6" name="Shape 704"/>
          <p:cNvSpPr/>
          <p:nvPr/>
        </p:nvSpPr>
        <p:spPr>
          <a:xfrm>
            <a:off x="8695944" y="215798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7" name="Shape 705"/>
          <p:cNvSpPr/>
          <p:nvPr/>
        </p:nvSpPr>
        <p:spPr>
          <a:xfrm>
            <a:off x="8814816" y="215798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8" name="Shape 706"/>
          <p:cNvSpPr/>
          <p:nvPr/>
        </p:nvSpPr>
        <p:spPr>
          <a:xfrm>
            <a:off x="8933688" y="215798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9" name="Shape 707"/>
          <p:cNvSpPr/>
          <p:nvPr/>
        </p:nvSpPr>
        <p:spPr>
          <a:xfrm>
            <a:off x="9052560" y="215798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0" name="Shape 708"/>
          <p:cNvSpPr/>
          <p:nvPr/>
        </p:nvSpPr>
        <p:spPr>
          <a:xfrm>
            <a:off x="9171432" y="215798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1" name="Shape 709"/>
          <p:cNvSpPr/>
          <p:nvPr/>
        </p:nvSpPr>
        <p:spPr>
          <a:xfrm>
            <a:off x="9290304" y="215798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2" name="Shape 710"/>
          <p:cNvSpPr/>
          <p:nvPr/>
        </p:nvSpPr>
        <p:spPr>
          <a:xfrm>
            <a:off x="9409176" y="215798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3" name="Shape 711"/>
          <p:cNvSpPr/>
          <p:nvPr/>
        </p:nvSpPr>
        <p:spPr>
          <a:xfrm>
            <a:off x="9528048" y="215798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4" name="Shape 712"/>
          <p:cNvSpPr/>
          <p:nvPr/>
        </p:nvSpPr>
        <p:spPr>
          <a:xfrm>
            <a:off x="9646920" y="215798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5" name="Shape 713"/>
          <p:cNvSpPr/>
          <p:nvPr/>
        </p:nvSpPr>
        <p:spPr>
          <a:xfrm>
            <a:off x="9765792" y="215798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6" name="Shape 714"/>
          <p:cNvSpPr/>
          <p:nvPr/>
        </p:nvSpPr>
        <p:spPr>
          <a:xfrm>
            <a:off x="4892040" y="227685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7" name="Shape 715"/>
          <p:cNvSpPr/>
          <p:nvPr/>
        </p:nvSpPr>
        <p:spPr>
          <a:xfrm>
            <a:off x="5010912" y="227685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8" name="Shape 716"/>
          <p:cNvSpPr/>
          <p:nvPr/>
        </p:nvSpPr>
        <p:spPr>
          <a:xfrm>
            <a:off x="5129784" y="227685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9" name="Shape 717"/>
          <p:cNvSpPr/>
          <p:nvPr/>
        </p:nvSpPr>
        <p:spPr>
          <a:xfrm>
            <a:off x="5248656" y="227685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0" name="Shape 718"/>
          <p:cNvSpPr/>
          <p:nvPr/>
        </p:nvSpPr>
        <p:spPr>
          <a:xfrm>
            <a:off x="5367528" y="227685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1" name="Shape 719"/>
          <p:cNvSpPr/>
          <p:nvPr/>
        </p:nvSpPr>
        <p:spPr>
          <a:xfrm>
            <a:off x="5486400" y="227685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2" name="Shape 720"/>
          <p:cNvSpPr/>
          <p:nvPr/>
        </p:nvSpPr>
        <p:spPr>
          <a:xfrm>
            <a:off x="5605272" y="227685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3" name="Shape 721"/>
          <p:cNvSpPr/>
          <p:nvPr/>
        </p:nvSpPr>
        <p:spPr>
          <a:xfrm>
            <a:off x="5724144" y="227685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4" name="Shape 722"/>
          <p:cNvSpPr/>
          <p:nvPr/>
        </p:nvSpPr>
        <p:spPr>
          <a:xfrm>
            <a:off x="5843016" y="227685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5" name="Shape 723"/>
          <p:cNvSpPr/>
          <p:nvPr/>
        </p:nvSpPr>
        <p:spPr>
          <a:xfrm>
            <a:off x="5961888" y="227685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6" name="Shape 724"/>
          <p:cNvSpPr/>
          <p:nvPr/>
        </p:nvSpPr>
        <p:spPr>
          <a:xfrm>
            <a:off x="6080760" y="227685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7" name="Shape 725"/>
          <p:cNvSpPr/>
          <p:nvPr/>
        </p:nvSpPr>
        <p:spPr>
          <a:xfrm>
            <a:off x="6199632" y="227685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8" name="Shape 726"/>
          <p:cNvSpPr/>
          <p:nvPr/>
        </p:nvSpPr>
        <p:spPr>
          <a:xfrm>
            <a:off x="6318504" y="227685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9" name="Shape 727"/>
          <p:cNvSpPr/>
          <p:nvPr/>
        </p:nvSpPr>
        <p:spPr>
          <a:xfrm>
            <a:off x="6437376" y="227685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0" name="Shape 728"/>
          <p:cNvSpPr/>
          <p:nvPr/>
        </p:nvSpPr>
        <p:spPr>
          <a:xfrm>
            <a:off x="6556248" y="227685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1" name="Shape 729"/>
          <p:cNvSpPr/>
          <p:nvPr/>
        </p:nvSpPr>
        <p:spPr>
          <a:xfrm>
            <a:off x="6675120" y="227685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2" name="Shape 730"/>
          <p:cNvSpPr/>
          <p:nvPr/>
        </p:nvSpPr>
        <p:spPr>
          <a:xfrm>
            <a:off x="6793992" y="227685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3" name="Shape 731"/>
          <p:cNvSpPr/>
          <p:nvPr/>
        </p:nvSpPr>
        <p:spPr>
          <a:xfrm>
            <a:off x="6912864" y="227685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4" name="Shape 732"/>
          <p:cNvSpPr/>
          <p:nvPr/>
        </p:nvSpPr>
        <p:spPr>
          <a:xfrm>
            <a:off x="7031736" y="227685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5" name="Shape 733"/>
          <p:cNvSpPr/>
          <p:nvPr/>
        </p:nvSpPr>
        <p:spPr>
          <a:xfrm>
            <a:off x="7150608" y="227685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6" name="Shape 734"/>
          <p:cNvSpPr/>
          <p:nvPr/>
        </p:nvSpPr>
        <p:spPr>
          <a:xfrm>
            <a:off x="7269480" y="227685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7" name="Shape 735"/>
          <p:cNvSpPr/>
          <p:nvPr/>
        </p:nvSpPr>
        <p:spPr>
          <a:xfrm>
            <a:off x="7388352" y="227685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8" name="Shape 736"/>
          <p:cNvSpPr/>
          <p:nvPr/>
        </p:nvSpPr>
        <p:spPr>
          <a:xfrm>
            <a:off x="7507224" y="227685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9" name="Shape 737"/>
          <p:cNvSpPr/>
          <p:nvPr/>
        </p:nvSpPr>
        <p:spPr>
          <a:xfrm>
            <a:off x="7626096" y="227685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0" name="Shape 738"/>
          <p:cNvSpPr/>
          <p:nvPr/>
        </p:nvSpPr>
        <p:spPr>
          <a:xfrm>
            <a:off x="7744968" y="227685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1" name="Shape 739"/>
          <p:cNvSpPr/>
          <p:nvPr/>
        </p:nvSpPr>
        <p:spPr>
          <a:xfrm>
            <a:off x="7863840" y="227685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2" name="Shape 740"/>
          <p:cNvSpPr/>
          <p:nvPr/>
        </p:nvSpPr>
        <p:spPr>
          <a:xfrm>
            <a:off x="7982712" y="227685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3" name="Shape 741"/>
          <p:cNvSpPr/>
          <p:nvPr/>
        </p:nvSpPr>
        <p:spPr>
          <a:xfrm>
            <a:off x="8101584" y="227685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4" name="Shape 742"/>
          <p:cNvSpPr/>
          <p:nvPr/>
        </p:nvSpPr>
        <p:spPr>
          <a:xfrm>
            <a:off x="8220456" y="227685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5" name="Shape 743"/>
          <p:cNvSpPr/>
          <p:nvPr/>
        </p:nvSpPr>
        <p:spPr>
          <a:xfrm>
            <a:off x="8339328" y="227685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6" name="Shape 744"/>
          <p:cNvSpPr/>
          <p:nvPr/>
        </p:nvSpPr>
        <p:spPr>
          <a:xfrm>
            <a:off x="8458200" y="227685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7" name="Shape 745"/>
          <p:cNvSpPr/>
          <p:nvPr/>
        </p:nvSpPr>
        <p:spPr>
          <a:xfrm>
            <a:off x="8577072" y="227685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8" name="Shape 746"/>
          <p:cNvSpPr/>
          <p:nvPr/>
        </p:nvSpPr>
        <p:spPr>
          <a:xfrm>
            <a:off x="8695944" y="227685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9" name="Shape 747"/>
          <p:cNvSpPr/>
          <p:nvPr/>
        </p:nvSpPr>
        <p:spPr>
          <a:xfrm>
            <a:off x="8814816" y="227685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0" name="Shape 748"/>
          <p:cNvSpPr/>
          <p:nvPr/>
        </p:nvSpPr>
        <p:spPr>
          <a:xfrm>
            <a:off x="8933688" y="227685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1" name="Shape 749"/>
          <p:cNvSpPr/>
          <p:nvPr/>
        </p:nvSpPr>
        <p:spPr>
          <a:xfrm>
            <a:off x="9052560" y="227685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2" name="Shape 750"/>
          <p:cNvSpPr/>
          <p:nvPr/>
        </p:nvSpPr>
        <p:spPr>
          <a:xfrm>
            <a:off x="9171432" y="227685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3" name="Shape 751"/>
          <p:cNvSpPr/>
          <p:nvPr/>
        </p:nvSpPr>
        <p:spPr>
          <a:xfrm>
            <a:off x="9290304" y="227685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4" name="Shape 752"/>
          <p:cNvSpPr/>
          <p:nvPr/>
        </p:nvSpPr>
        <p:spPr>
          <a:xfrm>
            <a:off x="9409176" y="227685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5" name="Shape 753"/>
          <p:cNvSpPr/>
          <p:nvPr/>
        </p:nvSpPr>
        <p:spPr>
          <a:xfrm>
            <a:off x="9528048" y="227685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6" name="Shape 754"/>
          <p:cNvSpPr/>
          <p:nvPr/>
        </p:nvSpPr>
        <p:spPr>
          <a:xfrm>
            <a:off x="9646920" y="227685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7" name="Shape 755"/>
          <p:cNvSpPr/>
          <p:nvPr/>
        </p:nvSpPr>
        <p:spPr>
          <a:xfrm>
            <a:off x="9765792" y="227685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8" name="Shape 756"/>
          <p:cNvSpPr/>
          <p:nvPr/>
        </p:nvSpPr>
        <p:spPr>
          <a:xfrm>
            <a:off x="4892040" y="239572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9" name="Shape 757"/>
          <p:cNvSpPr/>
          <p:nvPr/>
        </p:nvSpPr>
        <p:spPr>
          <a:xfrm>
            <a:off x="5010912" y="239572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0" name="Shape 758"/>
          <p:cNvSpPr/>
          <p:nvPr/>
        </p:nvSpPr>
        <p:spPr>
          <a:xfrm>
            <a:off x="5129784" y="239572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1" name="Shape 759"/>
          <p:cNvSpPr/>
          <p:nvPr/>
        </p:nvSpPr>
        <p:spPr>
          <a:xfrm>
            <a:off x="5248656" y="239572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2" name="Shape 760"/>
          <p:cNvSpPr/>
          <p:nvPr/>
        </p:nvSpPr>
        <p:spPr>
          <a:xfrm>
            <a:off x="5367528" y="239572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3" name="Shape 761"/>
          <p:cNvSpPr/>
          <p:nvPr/>
        </p:nvSpPr>
        <p:spPr>
          <a:xfrm>
            <a:off x="5486400" y="239572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4" name="Shape 762"/>
          <p:cNvSpPr/>
          <p:nvPr/>
        </p:nvSpPr>
        <p:spPr>
          <a:xfrm>
            <a:off x="5605272" y="239572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5" name="Shape 763"/>
          <p:cNvSpPr/>
          <p:nvPr/>
        </p:nvSpPr>
        <p:spPr>
          <a:xfrm>
            <a:off x="5724144" y="239572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6" name="Shape 764"/>
          <p:cNvSpPr/>
          <p:nvPr/>
        </p:nvSpPr>
        <p:spPr>
          <a:xfrm>
            <a:off x="5843016" y="239572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7" name="Shape 765"/>
          <p:cNvSpPr/>
          <p:nvPr/>
        </p:nvSpPr>
        <p:spPr>
          <a:xfrm>
            <a:off x="5961888" y="239572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8" name="Shape 766"/>
          <p:cNvSpPr/>
          <p:nvPr/>
        </p:nvSpPr>
        <p:spPr>
          <a:xfrm>
            <a:off x="6080760" y="239572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9" name="Shape 767"/>
          <p:cNvSpPr/>
          <p:nvPr/>
        </p:nvSpPr>
        <p:spPr>
          <a:xfrm>
            <a:off x="6199632" y="239572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0" name="Shape 768"/>
          <p:cNvSpPr/>
          <p:nvPr/>
        </p:nvSpPr>
        <p:spPr>
          <a:xfrm>
            <a:off x="6318504" y="239572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1" name="Shape 769"/>
          <p:cNvSpPr/>
          <p:nvPr/>
        </p:nvSpPr>
        <p:spPr>
          <a:xfrm>
            <a:off x="6437376" y="239572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2" name="Shape 770"/>
          <p:cNvSpPr/>
          <p:nvPr/>
        </p:nvSpPr>
        <p:spPr>
          <a:xfrm>
            <a:off x="6556248" y="239572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3" name="Shape 771"/>
          <p:cNvSpPr/>
          <p:nvPr/>
        </p:nvSpPr>
        <p:spPr>
          <a:xfrm>
            <a:off x="6675120" y="239572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4" name="Shape 772"/>
          <p:cNvSpPr/>
          <p:nvPr/>
        </p:nvSpPr>
        <p:spPr>
          <a:xfrm>
            <a:off x="6793992" y="239572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5" name="Shape 773"/>
          <p:cNvSpPr/>
          <p:nvPr/>
        </p:nvSpPr>
        <p:spPr>
          <a:xfrm>
            <a:off x="6912864" y="239572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6" name="Shape 774"/>
          <p:cNvSpPr/>
          <p:nvPr/>
        </p:nvSpPr>
        <p:spPr>
          <a:xfrm>
            <a:off x="7031736" y="239572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7" name="Shape 775"/>
          <p:cNvSpPr/>
          <p:nvPr/>
        </p:nvSpPr>
        <p:spPr>
          <a:xfrm>
            <a:off x="7150608" y="239572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8" name="Shape 776"/>
          <p:cNvSpPr/>
          <p:nvPr/>
        </p:nvSpPr>
        <p:spPr>
          <a:xfrm>
            <a:off x="7269480" y="239572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9" name="Shape 777"/>
          <p:cNvSpPr/>
          <p:nvPr/>
        </p:nvSpPr>
        <p:spPr>
          <a:xfrm>
            <a:off x="7388352" y="239572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0" name="Shape 778"/>
          <p:cNvSpPr/>
          <p:nvPr/>
        </p:nvSpPr>
        <p:spPr>
          <a:xfrm>
            <a:off x="7507224" y="239572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1" name="Shape 779"/>
          <p:cNvSpPr/>
          <p:nvPr/>
        </p:nvSpPr>
        <p:spPr>
          <a:xfrm>
            <a:off x="7626096" y="239572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2" name="Shape 780"/>
          <p:cNvSpPr/>
          <p:nvPr/>
        </p:nvSpPr>
        <p:spPr>
          <a:xfrm>
            <a:off x="7744968" y="239572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3" name="Shape 781"/>
          <p:cNvSpPr/>
          <p:nvPr/>
        </p:nvSpPr>
        <p:spPr>
          <a:xfrm>
            <a:off x="7863840" y="239572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4" name="Shape 782"/>
          <p:cNvSpPr/>
          <p:nvPr/>
        </p:nvSpPr>
        <p:spPr>
          <a:xfrm>
            <a:off x="7982712" y="239572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5" name="Shape 783"/>
          <p:cNvSpPr/>
          <p:nvPr/>
        </p:nvSpPr>
        <p:spPr>
          <a:xfrm>
            <a:off x="8101584" y="239572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6" name="Shape 784"/>
          <p:cNvSpPr/>
          <p:nvPr/>
        </p:nvSpPr>
        <p:spPr>
          <a:xfrm>
            <a:off x="8220456" y="239572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7" name="Shape 785"/>
          <p:cNvSpPr/>
          <p:nvPr/>
        </p:nvSpPr>
        <p:spPr>
          <a:xfrm>
            <a:off x="8339328" y="239572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8" name="Shape 786"/>
          <p:cNvSpPr/>
          <p:nvPr/>
        </p:nvSpPr>
        <p:spPr>
          <a:xfrm>
            <a:off x="8458200" y="239572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9" name="Shape 787"/>
          <p:cNvSpPr/>
          <p:nvPr/>
        </p:nvSpPr>
        <p:spPr>
          <a:xfrm>
            <a:off x="8577072" y="239572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0" name="Shape 788"/>
          <p:cNvSpPr/>
          <p:nvPr/>
        </p:nvSpPr>
        <p:spPr>
          <a:xfrm>
            <a:off x="8695944" y="239572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1" name="Shape 789"/>
          <p:cNvSpPr/>
          <p:nvPr/>
        </p:nvSpPr>
        <p:spPr>
          <a:xfrm>
            <a:off x="8814816" y="239572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2" name="Shape 790"/>
          <p:cNvSpPr/>
          <p:nvPr/>
        </p:nvSpPr>
        <p:spPr>
          <a:xfrm>
            <a:off x="8933688" y="239572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3" name="Shape 791"/>
          <p:cNvSpPr/>
          <p:nvPr/>
        </p:nvSpPr>
        <p:spPr>
          <a:xfrm>
            <a:off x="9052560" y="239572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4" name="Shape 792"/>
          <p:cNvSpPr/>
          <p:nvPr/>
        </p:nvSpPr>
        <p:spPr>
          <a:xfrm>
            <a:off x="9171432" y="239572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5" name="Shape 793"/>
          <p:cNvSpPr/>
          <p:nvPr/>
        </p:nvSpPr>
        <p:spPr>
          <a:xfrm>
            <a:off x="9290304" y="239572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6" name="Shape 794"/>
          <p:cNvSpPr/>
          <p:nvPr/>
        </p:nvSpPr>
        <p:spPr>
          <a:xfrm>
            <a:off x="9409176" y="239572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7" name="Shape 795"/>
          <p:cNvSpPr/>
          <p:nvPr/>
        </p:nvSpPr>
        <p:spPr>
          <a:xfrm>
            <a:off x="9528048" y="239572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8" name="Shape 796"/>
          <p:cNvSpPr/>
          <p:nvPr/>
        </p:nvSpPr>
        <p:spPr>
          <a:xfrm>
            <a:off x="9646920" y="239572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9" name="Shape 797"/>
          <p:cNvSpPr/>
          <p:nvPr/>
        </p:nvSpPr>
        <p:spPr>
          <a:xfrm>
            <a:off x="9765792" y="239572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0" name="Shape 798"/>
          <p:cNvSpPr/>
          <p:nvPr/>
        </p:nvSpPr>
        <p:spPr>
          <a:xfrm>
            <a:off x="4892040" y="251460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1" name="Shape 799"/>
          <p:cNvSpPr/>
          <p:nvPr/>
        </p:nvSpPr>
        <p:spPr>
          <a:xfrm>
            <a:off x="5010912" y="251460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2" name="Shape 800"/>
          <p:cNvSpPr/>
          <p:nvPr/>
        </p:nvSpPr>
        <p:spPr>
          <a:xfrm>
            <a:off x="5129784" y="251460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3" name="Shape 801"/>
          <p:cNvSpPr/>
          <p:nvPr/>
        </p:nvSpPr>
        <p:spPr>
          <a:xfrm>
            <a:off x="5248656" y="251460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4" name="Shape 802"/>
          <p:cNvSpPr/>
          <p:nvPr/>
        </p:nvSpPr>
        <p:spPr>
          <a:xfrm>
            <a:off x="5367528" y="251460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5" name="Shape 803"/>
          <p:cNvSpPr/>
          <p:nvPr/>
        </p:nvSpPr>
        <p:spPr>
          <a:xfrm>
            <a:off x="5486400" y="251460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6" name="Shape 804"/>
          <p:cNvSpPr/>
          <p:nvPr/>
        </p:nvSpPr>
        <p:spPr>
          <a:xfrm>
            <a:off x="5605272" y="251460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7" name="Shape 805"/>
          <p:cNvSpPr/>
          <p:nvPr/>
        </p:nvSpPr>
        <p:spPr>
          <a:xfrm>
            <a:off x="5724144" y="251460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8" name="Shape 806"/>
          <p:cNvSpPr/>
          <p:nvPr/>
        </p:nvSpPr>
        <p:spPr>
          <a:xfrm>
            <a:off x="5843016" y="251460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9" name="Shape 807"/>
          <p:cNvSpPr/>
          <p:nvPr/>
        </p:nvSpPr>
        <p:spPr>
          <a:xfrm>
            <a:off x="5961888" y="251460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0" name="Shape 808"/>
          <p:cNvSpPr/>
          <p:nvPr/>
        </p:nvSpPr>
        <p:spPr>
          <a:xfrm>
            <a:off x="6080760" y="251460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1" name="Shape 809"/>
          <p:cNvSpPr/>
          <p:nvPr/>
        </p:nvSpPr>
        <p:spPr>
          <a:xfrm>
            <a:off x="6199632" y="251460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2" name="Shape 810"/>
          <p:cNvSpPr/>
          <p:nvPr/>
        </p:nvSpPr>
        <p:spPr>
          <a:xfrm>
            <a:off x="6318504" y="251460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3" name="Shape 811"/>
          <p:cNvSpPr/>
          <p:nvPr/>
        </p:nvSpPr>
        <p:spPr>
          <a:xfrm>
            <a:off x="6437376" y="251460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4" name="Shape 812"/>
          <p:cNvSpPr/>
          <p:nvPr/>
        </p:nvSpPr>
        <p:spPr>
          <a:xfrm>
            <a:off x="6556248" y="251460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5" name="Shape 813"/>
          <p:cNvSpPr/>
          <p:nvPr/>
        </p:nvSpPr>
        <p:spPr>
          <a:xfrm>
            <a:off x="6675120" y="251460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6" name="Shape 814"/>
          <p:cNvSpPr/>
          <p:nvPr/>
        </p:nvSpPr>
        <p:spPr>
          <a:xfrm>
            <a:off x="6793992" y="251460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7" name="Shape 815"/>
          <p:cNvSpPr/>
          <p:nvPr/>
        </p:nvSpPr>
        <p:spPr>
          <a:xfrm>
            <a:off x="6912864" y="251460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8" name="Shape 816"/>
          <p:cNvSpPr/>
          <p:nvPr/>
        </p:nvSpPr>
        <p:spPr>
          <a:xfrm>
            <a:off x="7031736" y="251460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9" name="Shape 817"/>
          <p:cNvSpPr/>
          <p:nvPr/>
        </p:nvSpPr>
        <p:spPr>
          <a:xfrm>
            <a:off x="7150608" y="251460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0" name="Shape 818"/>
          <p:cNvSpPr/>
          <p:nvPr/>
        </p:nvSpPr>
        <p:spPr>
          <a:xfrm>
            <a:off x="7269480" y="251460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1" name="Shape 819"/>
          <p:cNvSpPr/>
          <p:nvPr/>
        </p:nvSpPr>
        <p:spPr>
          <a:xfrm>
            <a:off x="7388352" y="251460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2" name="Shape 820"/>
          <p:cNvSpPr/>
          <p:nvPr/>
        </p:nvSpPr>
        <p:spPr>
          <a:xfrm>
            <a:off x="7507224" y="251460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3" name="Shape 821"/>
          <p:cNvSpPr/>
          <p:nvPr/>
        </p:nvSpPr>
        <p:spPr>
          <a:xfrm>
            <a:off x="7626096" y="251460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4" name="Shape 822"/>
          <p:cNvSpPr/>
          <p:nvPr/>
        </p:nvSpPr>
        <p:spPr>
          <a:xfrm>
            <a:off x="7744968" y="251460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5" name="Shape 823"/>
          <p:cNvSpPr/>
          <p:nvPr/>
        </p:nvSpPr>
        <p:spPr>
          <a:xfrm>
            <a:off x="7863840" y="251460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6" name="Shape 824"/>
          <p:cNvSpPr/>
          <p:nvPr/>
        </p:nvSpPr>
        <p:spPr>
          <a:xfrm>
            <a:off x="7982712" y="251460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7" name="Shape 825"/>
          <p:cNvSpPr/>
          <p:nvPr/>
        </p:nvSpPr>
        <p:spPr>
          <a:xfrm>
            <a:off x="8101584" y="251460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8" name="Shape 826"/>
          <p:cNvSpPr/>
          <p:nvPr/>
        </p:nvSpPr>
        <p:spPr>
          <a:xfrm>
            <a:off x="8220456" y="251460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9" name="Shape 827"/>
          <p:cNvSpPr/>
          <p:nvPr/>
        </p:nvSpPr>
        <p:spPr>
          <a:xfrm>
            <a:off x="8339328" y="251460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0" name="Shape 828"/>
          <p:cNvSpPr/>
          <p:nvPr/>
        </p:nvSpPr>
        <p:spPr>
          <a:xfrm>
            <a:off x="8458200" y="251460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1" name="Shape 829"/>
          <p:cNvSpPr/>
          <p:nvPr/>
        </p:nvSpPr>
        <p:spPr>
          <a:xfrm>
            <a:off x="8577072" y="251460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2" name="Shape 830"/>
          <p:cNvSpPr/>
          <p:nvPr/>
        </p:nvSpPr>
        <p:spPr>
          <a:xfrm>
            <a:off x="8695944" y="251460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3" name="Shape 831"/>
          <p:cNvSpPr/>
          <p:nvPr/>
        </p:nvSpPr>
        <p:spPr>
          <a:xfrm>
            <a:off x="8814816" y="251460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4" name="Shape 832"/>
          <p:cNvSpPr/>
          <p:nvPr/>
        </p:nvSpPr>
        <p:spPr>
          <a:xfrm>
            <a:off x="8933688" y="251460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5" name="Shape 833"/>
          <p:cNvSpPr/>
          <p:nvPr/>
        </p:nvSpPr>
        <p:spPr>
          <a:xfrm>
            <a:off x="9052560" y="251460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6" name="Shape 834"/>
          <p:cNvSpPr/>
          <p:nvPr/>
        </p:nvSpPr>
        <p:spPr>
          <a:xfrm>
            <a:off x="9171432" y="251460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7" name="Shape 835"/>
          <p:cNvSpPr/>
          <p:nvPr/>
        </p:nvSpPr>
        <p:spPr>
          <a:xfrm>
            <a:off x="9290304" y="251460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8" name="Shape 836"/>
          <p:cNvSpPr/>
          <p:nvPr/>
        </p:nvSpPr>
        <p:spPr>
          <a:xfrm>
            <a:off x="9409176" y="251460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9" name="Shape 837"/>
          <p:cNvSpPr/>
          <p:nvPr/>
        </p:nvSpPr>
        <p:spPr>
          <a:xfrm>
            <a:off x="9528048" y="251460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0" name="Shape 838"/>
          <p:cNvSpPr/>
          <p:nvPr/>
        </p:nvSpPr>
        <p:spPr>
          <a:xfrm>
            <a:off x="9646920" y="251460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1" name="Shape 839"/>
          <p:cNvSpPr/>
          <p:nvPr/>
        </p:nvSpPr>
        <p:spPr>
          <a:xfrm>
            <a:off x="9765792" y="251460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2" name="Shape 840"/>
          <p:cNvSpPr/>
          <p:nvPr/>
        </p:nvSpPr>
        <p:spPr>
          <a:xfrm>
            <a:off x="4892040" y="263347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3" name="Shape 841"/>
          <p:cNvSpPr/>
          <p:nvPr/>
        </p:nvSpPr>
        <p:spPr>
          <a:xfrm>
            <a:off x="5010912" y="263347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4" name="Shape 842"/>
          <p:cNvSpPr/>
          <p:nvPr/>
        </p:nvSpPr>
        <p:spPr>
          <a:xfrm>
            <a:off x="5129784" y="263347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5" name="Shape 843"/>
          <p:cNvSpPr/>
          <p:nvPr/>
        </p:nvSpPr>
        <p:spPr>
          <a:xfrm>
            <a:off x="5248656" y="263347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6" name="Shape 844"/>
          <p:cNvSpPr/>
          <p:nvPr/>
        </p:nvSpPr>
        <p:spPr>
          <a:xfrm>
            <a:off x="5367528" y="263347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7" name="Shape 845"/>
          <p:cNvSpPr/>
          <p:nvPr/>
        </p:nvSpPr>
        <p:spPr>
          <a:xfrm>
            <a:off x="5486400" y="263347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8" name="Shape 846"/>
          <p:cNvSpPr/>
          <p:nvPr/>
        </p:nvSpPr>
        <p:spPr>
          <a:xfrm>
            <a:off x="5605272" y="263347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9" name="Shape 847"/>
          <p:cNvSpPr/>
          <p:nvPr/>
        </p:nvSpPr>
        <p:spPr>
          <a:xfrm>
            <a:off x="5724144" y="263347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0" name="Shape 848"/>
          <p:cNvSpPr/>
          <p:nvPr/>
        </p:nvSpPr>
        <p:spPr>
          <a:xfrm>
            <a:off x="5843016" y="263347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1" name="Shape 849"/>
          <p:cNvSpPr/>
          <p:nvPr/>
        </p:nvSpPr>
        <p:spPr>
          <a:xfrm>
            <a:off x="5961888" y="263347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2" name="Shape 850"/>
          <p:cNvSpPr/>
          <p:nvPr/>
        </p:nvSpPr>
        <p:spPr>
          <a:xfrm>
            <a:off x="6080760" y="263347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3" name="Shape 851"/>
          <p:cNvSpPr/>
          <p:nvPr/>
        </p:nvSpPr>
        <p:spPr>
          <a:xfrm>
            <a:off x="6199632" y="263347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4" name="Shape 852"/>
          <p:cNvSpPr/>
          <p:nvPr/>
        </p:nvSpPr>
        <p:spPr>
          <a:xfrm>
            <a:off x="6318504" y="263347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5" name="Shape 853"/>
          <p:cNvSpPr/>
          <p:nvPr/>
        </p:nvSpPr>
        <p:spPr>
          <a:xfrm>
            <a:off x="6437376" y="263347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6" name="Shape 854"/>
          <p:cNvSpPr/>
          <p:nvPr/>
        </p:nvSpPr>
        <p:spPr>
          <a:xfrm>
            <a:off x="6556248" y="263347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7" name="Shape 855"/>
          <p:cNvSpPr/>
          <p:nvPr/>
        </p:nvSpPr>
        <p:spPr>
          <a:xfrm>
            <a:off x="6675120" y="263347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8" name="Shape 856"/>
          <p:cNvSpPr/>
          <p:nvPr/>
        </p:nvSpPr>
        <p:spPr>
          <a:xfrm>
            <a:off x="6793992" y="263347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9" name="Shape 857"/>
          <p:cNvSpPr/>
          <p:nvPr/>
        </p:nvSpPr>
        <p:spPr>
          <a:xfrm>
            <a:off x="6912864" y="263347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0" name="Shape 858"/>
          <p:cNvSpPr/>
          <p:nvPr/>
        </p:nvSpPr>
        <p:spPr>
          <a:xfrm>
            <a:off x="7031736" y="263347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1" name="Shape 859"/>
          <p:cNvSpPr/>
          <p:nvPr/>
        </p:nvSpPr>
        <p:spPr>
          <a:xfrm>
            <a:off x="7150608" y="263347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2" name="Shape 860"/>
          <p:cNvSpPr/>
          <p:nvPr/>
        </p:nvSpPr>
        <p:spPr>
          <a:xfrm>
            <a:off x="7269480" y="263347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3" name="Shape 861"/>
          <p:cNvSpPr/>
          <p:nvPr/>
        </p:nvSpPr>
        <p:spPr>
          <a:xfrm>
            <a:off x="7388352" y="263347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4" name="Shape 862"/>
          <p:cNvSpPr/>
          <p:nvPr/>
        </p:nvSpPr>
        <p:spPr>
          <a:xfrm>
            <a:off x="7507224" y="263347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5" name="Shape 863"/>
          <p:cNvSpPr/>
          <p:nvPr/>
        </p:nvSpPr>
        <p:spPr>
          <a:xfrm>
            <a:off x="7626096" y="263347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6" name="Shape 864"/>
          <p:cNvSpPr/>
          <p:nvPr/>
        </p:nvSpPr>
        <p:spPr>
          <a:xfrm>
            <a:off x="7744968" y="263347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7" name="Shape 865"/>
          <p:cNvSpPr/>
          <p:nvPr/>
        </p:nvSpPr>
        <p:spPr>
          <a:xfrm>
            <a:off x="7863840" y="263347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8" name="Shape 866"/>
          <p:cNvSpPr/>
          <p:nvPr/>
        </p:nvSpPr>
        <p:spPr>
          <a:xfrm>
            <a:off x="7982712" y="263347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9" name="Shape 867"/>
          <p:cNvSpPr/>
          <p:nvPr/>
        </p:nvSpPr>
        <p:spPr>
          <a:xfrm>
            <a:off x="8101584" y="263347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0" name="Shape 868"/>
          <p:cNvSpPr/>
          <p:nvPr/>
        </p:nvSpPr>
        <p:spPr>
          <a:xfrm>
            <a:off x="8220456" y="263347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1" name="Shape 869"/>
          <p:cNvSpPr/>
          <p:nvPr/>
        </p:nvSpPr>
        <p:spPr>
          <a:xfrm>
            <a:off x="8339328" y="263347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2" name="Shape 870"/>
          <p:cNvSpPr/>
          <p:nvPr/>
        </p:nvSpPr>
        <p:spPr>
          <a:xfrm>
            <a:off x="8458200" y="263347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3" name="Shape 871"/>
          <p:cNvSpPr/>
          <p:nvPr/>
        </p:nvSpPr>
        <p:spPr>
          <a:xfrm>
            <a:off x="8577072" y="263347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4" name="Shape 872"/>
          <p:cNvSpPr/>
          <p:nvPr/>
        </p:nvSpPr>
        <p:spPr>
          <a:xfrm>
            <a:off x="8695944" y="263347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5" name="Shape 873"/>
          <p:cNvSpPr/>
          <p:nvPr/>
        </p:nvSpPr>
        <p:spPr>
          <a:xfrm>
            <a:off x="8814816" y="263347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6" name="Shape 874"/>
          <p:cNvSpPr/>
          <p:nvPr/>
        </p:nvSpPr>
        <p:spPr>
          <a:xfrm>
            <a:off x="8933688" y="263347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7" name="Shape 875"/>
          <p:cNvSpPr/>
          <p:nvPr/>
        </p:nvSpPr>
        <p:spPr>
          <a:xfrm>
            <a:off x="9052560" y="263347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8" name="Shape 876"/>
          <p:cNvSpPr/>
          <p:nvPr/>
        </p:nvSpPr>
        <p:spPr>
          <a:xfrm>
            <a:off x="9171432" y="263347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9" name="Shape 877"/>
          <p:cNvSpPr/>
          <p:nvPr/>
        </p:nvSpPr>
        <p:spPr>
          <a:xfrm>
            <a:off x="9290304" y="263347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0" name="Shape 878"/>
          <p:cNvSpPr/>
          <p:nvPr/>
        </p:nvSpPr>
        <p:spPr>
          <a:xfrm>
            <a:off x="9409176" y="263347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1" name="Shape 879"/>
          <p:cNvSpPr/>
          <p:nvPr/>
        </p:nvSpPr>
        <p:spPr>
          <a:xfrm>
            <a:off x="9528048" y="263347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2" name="Shape 880"/>
          <p:cNvSpPr/>
          <p:nvPr/>
        </p:nvSpPr>
        <p:spPr>
          <a:xfrm>
            <a:off x="9646920" y="263347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3" name="Shape 881"/>
          <p:cNvSpPr/>
          <p:nvPr/>
        </p:nvSpPr>
        <p:spPr>
          <a:xfrm>
            <a:off x="9765792" y="263347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4" name="Shape 882"/>
          <p:cNvSpPr/>
          <p:nvPr/>
        </p:nvSpPr>
        <p:spPr>
          <a:xfrm>
            <a:off x="4892040" y="275234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5" name="Shape 883"/>
          <p:cNvSpPr/>
          <p:nvPr/>
        </p:nvSpPr>
        <p:spPr>
          <a:xfrm>
            <a:off x="5010912" y="275234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6" name="Shape 884"/>
          <p:cNvSpPr/>
          <p:nvPr/>
        </p:nvSpPr>
        <p:spPr>
          <a:xfrm>
            <a:off x="5129784" y="275234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7" name="Shape 885"/>
          <p:cNvSpPr/>
          <p:nvPr/>
        </p:nvSpPr>
        <p:spPr>
          <a:xfrm>
            <a:off x="5248656" y="275234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8" name="Shape 886"/>
          <p:cNvSpPr/>
          <p:nvPr/>
        </p:nvSpPr>
        <p:spPr>
          <a:xfrm>
            <a:off x="5367528" y="275234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9" name="Shape 887"/>
          <p:cNvSpPr/>
          <p:nvPr/>
        </p:nvSpPr>
        <p:spPr>
          <a:xfrm>
            <a:off x="5486400" y="275234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0" name="Shape 888"/>
          <p:cNvSpPr/>
          <p:nvPr/>
        </p:nvSpPr>
        <p:spPr>
          <a:xfrm>
            <a:off x="5605272" y="275234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1" name="Shape 889"/>
          <p:cNvSpPr/>
          <p:nvPr/>
        </p:nvSpPr>
        <p:spPr>
          <a:xfrm>
            <a:off x="5724144" y="275234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2" name="Shape 890"/>
          <p:cNvSpPr/>
          <p:nvPr/>
        </p:nvSpPr>
        <p:spPr>
          <a:xfrm>
            <a:off x="5843016" y="275234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3" name="Shape 891"/>
          <p:cNvSpPr/>
          <p:nvPr/>
        </p:nvSpPr>
        <p:spPr>
          <a:xfrm>
            <a:off x="5961888" y="275234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4" name="Shape 892"/>
          <p:cNvSpPr/>
          <p:nvPr/>
        </p:nvSpPr>
        <p:spPr>
          <a:xfrm>
            <a:off x="6080760" y="275234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5" name="Shape 893"/>
          <p:cNvSpPr/>
          <p:nvPr/>
        </p:nvSpPr>
        <p:spPr>
          <a:xfrm>
            <a:off x="6199632" y="275234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6" name="Shape 894"/>
          <p:cNvSpPr/>
          <p:nvPr/>
        </p:nvSpPr>
        <p:spPr>
          <a:xfrm>
            <a:off x="6318504" y="275234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7" name="Shape 895"/>
          <p:cNvSpPr/>
          <p:nvPr/>
        </p:nvSpPr>
        <p:spPr>
          <a:xfrm>
            <a:off x="6437376" y="275234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8" name="Shape 896"/>
          <p:cNvSpPr/>
          <p:nvPr/>
        </p:nvSpPr>
        <p:spPr>
          <a:xfrm>
            <a:off x="6556248" y="275234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9" name="Shape 897"/>
          <p:cNvSpPr/>
          <p:nvPr/>
        </p:nvSpPr>
        <p:spPr>
          <a:xfrm>
            <a:off x="6675120" y="275234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0" name="Shape 898"/>
          <p:cNvSpPr/>
          <p:nvPr/>
        </p:nvSpPr>
        <p:spPr>
          <a:xfrm>
            <a:off x="6793992" y="275234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1" name="Shape 899"/>
          <p:cNvSpPr/>
          <p:nvPr/>
        </p:nvSpPr>
        <p:spPr>
          <a:xfrm>
            <a:off x="6912864" y="275234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2" name="Shape 900"/>
          <p:cNvSpPr/>
          <p:nvPr/>
        </p:nvSpPr>
        <p:spPr>
          <a:xfrm>
            <a:off x="7031736" y="275234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3" name="Shape 901"/>
          <p:cNvSpPr/>
          <p:nvPr/>
        </p:nvSpPr>
        <p:spPr>
          <a:xfrm>
            <a:off x="7150608" y="275234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4" name="Shape 902"/>
          <p:cNvSpPr/>
          <p:nvPr/>
        </p:nvSpPr>
        <p:spPr>
          <a:xfrm>
            <a:off x="7269480" y="275234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5" name="Shape 903"/>
          <p:cNvSpPr/>
          <p:nvPr/>
        </p:nvSpPr>
        <p:spPr>
          <a:xfrm>
            <a:off x="7388352" y="275234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6" name="Shape 904"/>
          <p:cNvSpPr/>
          <p:nvPr/>
        </p:nvSpPr>
        <p:spPr>
          <a:xfrm>
            <a:off x="7507224" y="275234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7" name="Shape 905"/>
          <p:cNvSpPr/>
          <p:nvPr/>
        </p:nvSpPr>
        <p:spPr>
          <a:xfrm>
            <a:off x="7626096" y="275234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8" name="Shape 906"/>
          <p:cNvSpPr/>
          <p:nvPr/>
        </p:nvSpPr>
        <p:spPr>
          <a:xfrm>
            <a:off x="7744968" y="275234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9" name="Shape 907"/>
          <p:cNvSpPr/>
          <p:nvPr/>
        </p:nvSpPr>
        <p:spPr>
          <a:xfrm>
            <a:off x="7863840" y="275234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0" name="Shape 908"/>
          <p:cNvSpPr/>
          <p:nvPr/>
        </p:nvSpPr>
        <p:spPr>
          <a:xfrm>
            <a:off x="7982712" y="275234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1" name="Shape 909"/>
          <p:cNvSpPr/>
          <p:nvPr/>
        </p:nvSpPr>
        <p:spPr>
          <a:xfrm>
            <a:off x="8101584" y="275234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2" name="Shape 910"/>
          <p:cNvSpPr/>
          <p:nvPr/>
        </p:nvSpPr>
        <p:spPr>
          <a:xfrm>
            <a:off x="8220456" y="275234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3" name="Shape 911"/>
          <p:cNvSpPr/>
          <p:nvPr/>
        </p:nvSpPr>
        <p:spPr>
          <a:xfrm>
            <a:off x="8339328" y="275234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4" name="Shape 912"/>
          <p:cNvSpPr/>
          <p:nvPr/>
        </p:nvSpPr>
        <p:spPr>
          <a:xfrm>
            <a:off x="8458200" y="275234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5" name="Shape 913"/>
          <p:cNvSpPr/>
          <p:nvPr/>
        </p:nvSpPr>
        <p:spPr>
          <a:xfrm>
            <a:off x="8577072" y="275234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6" name="Shape 914"/>
          <p:cNvSpPr/>
          <p:nvPr/>
        </p:nvSpPr>
        <p:spPr>
          <a:xfrm>
            <a:off x="8695944" y="275234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7" name="Shape 915"/>
          <p:cNvSpPr/>
          <p:nvPr/>
        </p:nvSpPr>
        <p:spPr>
          <a:xfrm>
            <a:off x="8814816" y="275234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8" name="Shape 916"/>
          <p:cNvSpPr/>
          <p:nvPr/>
        </p:nvSpPr>
        <p:spPr>
          <a:xfrm>
            <a:off x="8933688" y="275234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9" name="Shape 917"/>
          <p:cNvSpPr/>
          <p:nvPr/>
        </p:nvSpPr>
        <p:spPr>
          <a:xfrm>
            <a:off x="9052560" y="275234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0" name="Shape 918"/>
          <p:cNvSpPr/>
          <p:nvPr/>
        </p:nvSpPr>
        <p:spPr>
          <a:xfrm>
            <a:off x="9171432" y="275234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1" name="Shape 919"/>
          <p:cNvSpPr/>
          <p:nvPr/>
        </p:nvSpPr>
        <p:spPr>
          <a:xfrm>
            <a:off x="9290304" y="275234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2" name="Shape 920"/>
          <p:cNvSpPr/>
          <p:nvPr/>
        </p:nvSpPr>
        <p:spPr>
          <a:xfrm>
            <a:off x="9409176" y="275234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3" name="Shape 921"/>
          <p:cNvSpPr/>
          <p:nvPr/>
        </p:nvSpPr>
        <p:spPr>
          <a:xfrm>
            <a:off x="9528048" y="275234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4" name="Shape 922"/>
          <p:cNvSpPr/>
          <p:nvPr/>
        </p:nvSpPr>
        <p:spPr>
          <a:xfrm>
            <a:off x="9646920" y="275234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5" name="Shape 923"/>
          <p:cNvSpPr/>
          <p:nvPr/>
        </p:nvSpPr>
        <p:spPr>
          <a:xfrm>
            <a:off x="9765792" y="275234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6" name="Shape 924"/>
          <p:cNvSpPr/>
          <p:nvPr/>
        </p:nvSpPr>
        <p:spPr>
          <a:xfrm>
            <a:off x="4892040" y="287121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7" name="Shape 925"/>
          <p:cNvSpPr/>
          <p:nvPr/>
        </p:nvSpPr>
        <p:spPr>
          <a:xfrm>
            <a:off x="5010912" y="287121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8" name="Shape 926"/>
          <p:cNvSpPr/>
          <p:nvPr/>
        </p:nvSpPr>
        <p:spPr>
          <a:xfrm>
            <a:off x="5129784" y="287121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9" name="Shape 927"/>
          <p:cNvSpPr/>
          <p:nvPr/>
        </p:nvSpPr>
        <p:spPr>
          <a:xfrm>
            <a:off x="5248656" y="287121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0" name="Shape 928"/>
          <p:cNvSpPr/>
          <p:nvPr/>
        </p:nvSpPr>
        <p:spPr>
          <a:xfrm>
            <a:off x="5367528" y="287121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1" name="Shape 929"/>
          <p:cNvSpPr/>
          <p:nvPr/>
        </p:nvSpPr>
        <p:spPr>
          <a:xfrm>
            <a:off x="5486400" y="287121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2" name="Shape 930"/>
          <p:cNvSpPr/>
          <p:nvPr/>
        </p:nvSpPr>
        <p:spPr>
          <a:xfrm>
            <a:off x="5605272" y="287121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3" name="Shape 931"/>
          <p:cNvSpPr/>
          <p:nvPr/>
        </p:nvSpPr>
        <p:spPr>
          <a:xfrm>
            <a:off x="5724144" y="287121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4" name="Shape 932"/>
          <p:cNvSpPr/>
          <p:nvPr/>
        </p:nvSpPr>
        <p:spPr>
          <a:xfrm>
            <a:off x="5843016" y="287121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5" name="Shape 933"/>
          <p:cNvSpPr/>
          <p:nvPr/>
        </p:nvSpPr>
        <p:spPr>
          <a:xfrm>
            <a:off x="5961888" y="287121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6" name="Shape 934"/>
          <p:cNvSpPr/>
          <p:nvPr/>
        </p:nvSpPr>
        <p:spPr>
          <a:xfrm>
            <a:off x="6080760" y="287121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7" name="Shape 935"/>
          <p:cNvSpPr/>
          <p:nvPr/>
        </p:nvSpPr>
        <p:spPr>
          <a:xfrm>
            <a:off x="6199632" y="287121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8" name="Shape 936"/>
          <p:cNvSpPr/>
          <p:nvPr/>
        </p:nvSpPr>
        <p:spPr>
          <a:xfrm>
            <a:off x="6318504" y="287121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9" name="Shape 937"/>
          <p:cNvSpPr/>
          <p:nvPr/>
        </p:nvSpPr>
        <p:spPr>
          <a:xfrm>
            <a:off x="6437376" y="287121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0" name="Shape 938"/>
          <p:cNvSpPr/>
          <p:nvPr/>
        </p:nvSpPr>
        <p:spPr>
          <a:xfrm>
            <a:off x="6556248" y="287121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1" name="Shape 939"/>
          <p:cNvSpPr/>
          <p:nvPr/>
        </p:nvSpPr>
        <p:spPr>
          <a:xfrm>
            <a:off x="6675120" y="287121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2" name="Shape 940"/>
          <p:cNvSpPr/>
          <p:nvPr/>
        </p:nvSpPr>
        <p:spPr>
          <a:xfrm>
            <a:off x="6793992" y="287121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3" name="Shape 941"/>
          <p:cNvSpPr/>
          <p:nvPr/>
        </p:nvSpPr>
        <p:spPr>
          <a:xfrm>
            <a:off x="6912864" y="287121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4" name="Shape 942"/>
          <p:cNvSpPr/>
          <p:nvPr/>
        </p:nvSpPr>
        <p:spPr>
          <a:xfrm>
            <a:off x="7031736" y="287121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5" name="Shape 943"/>
          <p:cNvSpPr/>
          <p:nvPr/>
        </p:nvSpPr>
        <p:spPr>
          <a:xfrm>
            <a:off x="7150608" y="287121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6" name="Shape 944"/>
          <p:cNvSpPr/>
          <p:nvPr/>
        </p:nvSpPr>
        <p:spPr>
          <a:xfrm>
            <a:off x="7269480" y="287121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7" name="Shape 945"/>
          <p:cNvSpPr/>
          <p:nvPr/>
        </p:nvSpPr>
        <p:spPr>
          <a:xfrm>
            <a:off x="7388352" y="287121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8" name="Shape 946"/>
          <p:cNvSpPr/>
          <p:nvPr/>
        </p:nvSpPr>
        <p:spPr>
          <a:xfrm>
            <a:off x="7507224" y="287121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9" name="Shape 947"/>
          <p:cNvSpPr/>
          <p:nvPr/>
        </p:nvSpPr>
        <p:spPr>
          <a:xfrm>
            <a:off x="7626096" y="287121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0" name="Shape 948"/>
          <p:cNvSpPr/>
          <p:nvPr/>
        </p:nvSpPr>
        <p:spPr>
          <a:xfrm>
            <a:off x="7744968" y="287121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1" name="Shape 949"/>
          <p:cNvSpPr/>
          <p:nvPr/>
        </p:nvSpPr>
        <p:spPr>
          <a:xfrm>
            <a:off x="7863840" y="287121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2" name="Shape 950"/>
          <p:cNvSpPr/>
          <p:nvPr/>
        </p:nvSpPr>
        <p:spPr>
          <a:xfrm>
            <a:off x="7982712" y="287121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3" name="Shape 951"/>
          <p:cNvSpPr/>
          <p:nvPr/>
        </p:nvSpPr>
        <p:spPr>
          <a:xfrm>
            <a:off x="8101584" y="287121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4" name="Shape 952"/>
          <p:cNvSpPr/>
          <p:nvPr/>
        </p:nvSpPr>
        <p:spPr>
          <a:xfrm>
            <a:off x="8220456" y="287121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5" name="Shape 953"/>
          <p:cNvSpPr/>
          <p:nvPr/>
        </p:nvSpPr>
        <p:spPr>
          <a:xfrm>
            <a:off x="8339328" y="287121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6" name="Shape 954"/>
          <p:cNvSpPr/>
          <p:nvPr/>
        </p:nvSpPr>
        <p:spPr>
          <a:xfrm>
            <a:off x="8458200" y="287121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7" name="Shape 955"/>
          <p:cNvSpPr/>
          <p:nvPr/>
        </p:nvSpPr>
        <p:spPr>
          <a:xfrm>
            <a:off x="8577072" y="287121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8" name="Shape 956"/>
          <p:cNvSpPr/>
          <p:nvPr/>
        </p:nvSpPr>
        <p:spPr>
          <a:xfrm>
            <a:off x="8695944" y="287121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9" name="Shape 957"/>
          <p:cNvSpPr/>
          <p:nvPr/>
        </p:nvSpPr>
        <p:spPr>
          <a:xfrm>
            <a:off x="8814816" y="287121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0" name="Shape 958"/>
          <p:cNvSpPr/>
          <p:nvPr/>
        </p:nvSpPr>
        <p:spPr>
          <a:xfrm>
            <a:off x="8933688" y="287121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1" name="Shape 959"/>
          <p:cNvSpPr/>
          <p:nvPr/>
        </p:nvSpPr>
        <p:spPr>
          <a:xfrm>
            <a:off x="9052560" y="287121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2" name="Shape 960"/>
          <p:cNvSpPr/>
          <p:nvPr/>
        </p:nvSpPr>
        <p:spPr>
          <a:xfrm>
            <a:off x="9171432" y="287121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3" name="Shape 961"/>
          <p:cNvSpPr/>
          <p:nvPr/>
        </p:nvSpPr>
        <p:spPr>
          <a:xfrm>
            <a:off x="9290304" y="287121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4" name="Shape 962"/>
          <p:cNvSpPr/>
          <p:nvPr/>
        </p:nvSpPr>
        <p:spPr>
          <a:xfrm>
            <a:off x="9409176" y="287121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5" name="Shape 963"/>
          <p:cNvSpPr/>
          <p:nvPr/>
        </p:nvSpPr>
        <p:spPr>
          <a:xfrm>
            <a:off x="9528048" y="287121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6" name="Shape 964"/>
          <p:cNvSpPr/>
          <p:nvPr/>
        </p:nvSpPr>
        <p:spPr>
          <a:xfrm>
            <a:off x="9646920" y="287121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7" name="Shape 965"/>
          <p:cNvSpPr/>
          <p:nvPr/>
        </p:nvSpPr>
        <p:spPr>
          <a:xfrm>
            <a:off x="9765792" y="287121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8" name="Shape 966"/>
          <p:cNvSpPr/>
          <p:nvPr/>
        </p:nvSpPr>
        <p:spPr>
          <a:xfrm>
            <a:off x="4892040" y="299008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9" name="Shape 967"/>
          <p:cNvSpPr/>
          <p:nvPr/>
        </p:nvSpPr>
        <p:spPr>
          <a:xfrm>
            <a:off x="5010912" y="299008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0" name="Shape 968"/>
          <p:cNvSpPr/>
          <p:nvPr/>
        </p:nvSpPr>
        <p:spPr>
          <a:xfrm>
            <a:off x="5129784" y="299008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1" name="Shape 969"/>
          <p:cNvSpPr/>
          <p:nvPr/>
        </p:nvSpPr>
        <p:spPr>
          <a:xfrm>
            <a:off x="5248656" y="299008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2" name="Shape 970"/>
          <p:cNvSpPr/>
          <p:nvPr/>
        </p:nvSpPr>
        <p:spPr>
          <a:xfrm>
            <a:off x="5367528" y="299008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3" name="Shape 971"/>
          <p:cNvSpPr/>
          <p:nvPr/>
        </p:nvSpPr>
        <p:spPr>
          <a:xfrm>
            <a:off x="5486400" y="299008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4" name="Shape 972"/>
          <p:cNvSpPr/>
          <p:nvPr/>
        </p:nvSpPr>
        <p:spPr>
          <a:xfrm>
            <a:off x="5605272" y="299008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5" name="Shape 973"/>
          <p:cNvSpPr/>
          <p:nvPr/>
        </p:nvSpPr>
        <p:spPr>
          <a:xfrm>
            <a:off x="5724144" y="299008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6" name="Shape 974"/>
          <p:cNvSpPr/>
          <p:nvPr/>
        </p:nvSpPr>
        <p:spPr>
          <a:xfrm>
            <a:off x="5843016" y="299008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7" name="Shape 975"/>
          <p:cNvSpPr/>
          <p:nvPr/>
        </p:nvSpPr>
        <p:spPr>
          <a:xfrm>
            <a:off x="5961888" y="299008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8" name="Shape 976"/>
          <p:cNvSpPr/>
          <p:nvPr/>
        </p:nvSpPr>
        <p:spPr>
          <a:xfrm>
            <a:off x="6080760" y="299008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9" name="Shape 977"/>
          <p:cNvSpPr/>
          <p:nvPr/>
        </p:nvSpPr>
        <p:spPr>
          <a:xfrm>
            <a:off x="6199632" y="299008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0" name="Shape 978"/>
          <p:cNvSpPr/>
          <p:nvPr/>
        </p:nvSpPr>
        <p:spPr>
          <a:xfrm>
            <a:off x="6318504" y="299008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1" name="Shape 979"/>
          <p:cNvSpPr/>
          <p:nvPr/>
        </p:nvSpPr>
        <p:spPr>
          <a:xfrm>
            <a:off x="6437376" y="299008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2" name="Shape 980"/>
          <p:cNvSpPr/>
          <p:nvPr/>
        </p:nvSpPr>
        <p:spPr>
          <a:xfrm>
            <a:off x="6556248" y="299008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3" name="Shape 981"/>
          <p:cNvSpPr/>
          <p:nvPr/>
        </p:nvSpPr>
        <p:spPr>
          <a:xfrm>
            <a:off x="6675120" y="299008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4" name="Shape 982"/>
          <p:cNvSpPr/>
          <p:nvPr/>
        </p:nvSpPr>
        <p:spPr>
          <a:xfrm>
            <a:off x="6793992" y="299008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5" name="Shape 983"/>
          <p:cNvSpPr/>
          <p:nvPr/>
        </p:nvSpPr>
        <p:spPr>
          <a:xfrm>
            <a:off x="6912864" y="299008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6" name="Shape 984"/>
          <p:cNvSpPr/>
          <p:nvPr/>
        </p:nvSpPr>
        <p:spPr>
          <a:xfrm>
            <a:off x="7031736" y="299008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7" name="Shape 985"/>
          <p:cNvSpPr/>
          <p:nvPr/>
        </p:nvSpPr>
        <p:spPr>
          <a:xfrm>
            <a:off x="7150608" y="299008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8" name="Shape 986"/>
          <p:cNvSpPr/>
          <p:nvPr/>
        </p:nvSpPr>
        <p:spPr>
          <a:xfrm>
            <a:off x="7269480" y="299008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9" name="Shape 987"/>
          <p:cNvSpPr/>
          <p:nvPr/>
        </p:nvSpPr>
        <p:spPr>
          <a:xfrm>
            <a:off x="7388352" y="299008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0" name="Shape 988"/>
          <p:cNvSpPr/>
          <p:nvPr/>
        </p:nvSpPr>
        <p:spPr>
          <a:xfrm>
            <a:off x="7507224" y="299008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1" name="Shape 989"/>
          <p:cNvSpPr/>
          <p:nvPr/>
        </p:nvSpPr>
        <p:spPr>
          <a:xfrm>
            <a:off x="7626096" y="299008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2" name="Shape 990"/>
          <p:cNvSpPr/>
          <p:nvPr/>
        </p:nvSpPr>
        <p:spPr>
          <a:xfrm>
            <a:off x="7744968" y="299008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3" name="Shape 991"/>
          <p:cNvSpPr/>
          <p:nvPr/>
        </p:nvSpPr>
        <p:spPr>
          <a:xfrm>
            <a:off x="7863840" y="299008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4" name="Shape 992"/>
          <p:cNvSpPr/>
          <p:nvPr/>
        </p:nvSpPr>
        <p:spPr>
          <a:xfrm>
            <a:off x="7982712" y="299008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5" name="Shape 993"/>
          <p:cNvSpPr/>
          <p:nvPr/>
        </p:nvSpPr>
        <p:spPr>
          <a:xfrm>
            <a:off x="8101584" y="299008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6" name="Shape 994"/>
          <p:cNvSpPr/>
          <p:nvPr/>
        </p:nvSpPr>
        <p:spPr>
          <a:xfrm>
            <a:off x="8220456" y="299008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7" name="Shape 995"/>
          <p:cNvSpPr/>
          <p:nvPr/>
        </p:nvSpPr>
        <p:spPr>
          <a:xfrm>
            <a:off x="8339328" y="299008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8" name="Shape 996"/>
          <p:cNvSpPr/>
          <p:nvPr/>
        </p:nvSpPr>
        <p:spPr>
          <a:xfrm>
            <a:off x="8458200" y="299008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9" name="Shape 997"/>
          <p:cNvSpPr/>
          <p:nvPr/>
        </p:nvSpPr>
        <p:spPr>
          <a:xfrm>
            <a:off x="8577072" y="299008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0" name="Shape 998"/>
          <p:cNvSpPr/>
          <p:nvPr/>
        </p:nvSpPr>
        <p:spPr>
          <a:xfrm>
            <a:off x="8695944" y="299008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1" name="Shape 999"/>
          <p:cNvSpPr/>
          <p:nvPr/>
        </p:nvSpPr>
        <p:spPr>
          <a:xfrm>
            <a:off x="8814816" y="299008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2" name="Shape 1000"/>
          <p:cNvSpPr/>
          <p:nvPr/>
        </p:nvSpPr>
        <p:spPr>
          <a:xfrm>
            <a:off x="8933688" y="299008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3" name="Shape 1001"/>
          <p:cNvSpPr/>
          <p:nvPr/>
        </p:nvSpPr>
        <p:spPr>
          <a:xfrm>
            <a:off x="9052560" y="299008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4" name="Shape 1002"/>
          <p:cNvSpPr/>
          <p:nvPr/>
        </p:nvSpPr>
        <p:spPr>
          <a:xfrm>
            <a:off x="9171432" y="299008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5" name="Shape 1003"/>
          <p:cNvSpPr/>
          <p:nvPr/>
        </p:nvSpPr>
        <p:spPr>
          <a:xfrm>
            <a:off x="9290304" y="299008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6" name="Shape 1004"/>
          <p:cNvSpPr/>
          <p:nvPr/>
        </p:nvSpPr>
        <p:spPr>
          <a:xfrm>
            <a:off x="9409176" y="299008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7" name="Shape 1005"/>
          <p:cNvSpPr/>
          <p:nvPr/>
        </p:nvSpPr>
        <p:spPr>
          <a:xfrm>
            <a:off x="9528048" y="299008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8" name="Shape 1006"/>
          <p:cNvSpPr/>
          <p:nvPr/>
        </p:nvSpPr>
        <p:spPr>
          <a:xfrm>
            <a:off x="9646920" y="299008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9" name="Shape 1007"/>
          <p:cNvSpPr/>
          <p:nvPr/>
        </p:nvSpPr>
        <p:spPr>
          <a:xfrm>
            <a:off x="9765792" y="299008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0" name="Shape 1008"/>
          <p:cNvSpPr/>
          <p:nvPr/>
        </p:nvSpPr>
        <p:spPr>
          <a:xfrm>
            <a:off x="4892040" y="310896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1" name="Shape 1009"/>
          <p:cNvSpPr/>
          <p:nvPr/>
        </p:nvSpPr>
        <p:spPr>
          <a:xfrm>
            <a:off x="5010912" y="310896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2" name="Shape 1010"/>
          <p:cNvSpPr/>
          <p:nvPr/>
        </p:nvSpPr>
        <p:spPr>
          <a:xfrm>
            <a:off x="5129784" y="310896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3" name="Shape 1011"/>
          <p:cNvSpPr/>
          <p:nvPr/>
        </p:nvSpPr>
        <p:spPr>
          <a:xfrm>
            <a:off x="5248656" y="310896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4" name="Shape 1012"/>
          <p:cNvSpPr/>
          <p:nvPr/>
        </p:nvSpPr>
        <p:spPr>
          <a:xfrm>
            <a:off x="5367528" y="310896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5" name="Shape 1013"/>
          <p:cNvSpPr/>
          <p:nvPr/>
        </p:nvSpPr>
        <p:spPr>
          <a:xfrm>
            <a:off x="5486400" y="310896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6" name="Shape 1014"/>
          <p:cNvSpPr/>
          <p:nvPr/>
        </p:nvSpPr>
        <p:spPr>
          <a:xfrm>
            <a:off x="5605272" y="310896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7" name="Shape 1015"/>
          <p:cNvSpPr/>
          <p:nvPr/>
        </p:nvSpPr>
        <p:spPr>
          <a:xfrm>
            <a:off x="5724144" y="310896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8" name="Shape 1016"/>
          <p:cNvSpPr/>
          <p:nvPr/>
        </p:nvSpPr>
        <p:spPr>
          <a:xfrm>
            <a:off x="5843016" y="310896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9" name="Shape 1017"/>
          <p:cNvSpPr/>
          <p:nvPr/>
        </p:nvSpPr>
        <p:spPr>
          <a:xfrm>
            <a:off x="5961888" y="310896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0" name="Shape 1018"/>
          <p:cNvSpPr/>
          <p:nvPr/>
        </p:nvSpPr>
        <p:spPr>
          <a:xfrm>
            <a:off x="6080760" y="310896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1" name="Shape 1019"/>
          <p:cNvSpPr/>
          <p:nvPr/>
        </p:nvSpPr>
        <p:spPr>
          <a:xfrm>
            <a:off x="6199632" y="310896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2" name="Shape 1020"/>
          <p:cNvSpPr/>
          <p:nvPr/>
        </p:nvSpPr>
        <p:spPr>
          <a:xfrm>
            <a:off x="6318504" y="310896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3" name="Shape 1021"/>
          <p:cNvSpPr/>
          <p:nvPr/>
        </p:nvSpPr>
        <p:spPr>
          <a:xfrm>
            <a:off x="6437376" y="310896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4" name="Shape 1022"/>
          <p:cNvSpPr/>
          <p:nvPr/>
        </p:nvSpPr>
        <p:spPr>
          <a:xfrm>
            <a:off x="6556248" y="310896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5" name="Shape 1023"/>
          <p:cNvSpPr/>
          <p:nvPr/>
        </p:nvSpPr>
        <p:spPr>
          <a:xfrm>
            <a:off x="6675120" y="310896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6" name="Shape 1024"/>
          <p:cNvSpPr/>
          <p:nvPr/>
        </p:nvSpPr>
        <p:spPr>
          <a:xfrm>
            <a:off x="6793992" y="310896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7" name="Shape 1025"/>
          <p:cNvSpPr/>
          <p:nvPr/>
        </p:nvSpPr>
        <p:spPr>
          <a:xfrm>
            <a:off x="6912864" y="310896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8" name="Shape 1026"/>
          <p:cNvSpPr/>
          <p:nvPr/>
        </p:nvSpPr>
        <p:spPr>
          <a:xfrm>
            <a:off x="7031736" y="310896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9" name="Shape 1027"/>
          <p:cNvSpPr/>
          <p:nvPr/>
        </p:nvSpPr>
        <p:spPr>
          <a:xfrm>
            <a:off x="7150608" y="310896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0" name="Shape 1028"/>
          <p:cNvSpPr/>
          <p:nvPr/>
        </p:nvSpPr>
        <p:spPr>
          <a:xfrm>
            <a:off x="7269480" y="310896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1" name="Shape 1029"/>
          <p:cNvSpPr/>
          <p:nvPr/>
        </p:nvSpPr>
        <p:spPr>
          <a:xfrm>
            <a:off x="7388352" y="310896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2" name="Shape 1030"/>
          <p:cNvSpPr/>
          <p:nvPr/>
        </p:nvSpPr>
        <p:spPr>
          <a:xfrm>
            <a:off x="7507224" y="310896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3" name="Shape 1031"/>
          <p:cNvSpPr/>
          <p:nvPr/>
        </p:nvSpPr>
        <p:spPr>
          <a:xfrm>
            <a:off x="7626096" y="310896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4" name="Shape 1032"/>
          <p:cNvSpPr/>
          <p:nvPr/>
        </p:nvSpPr>
        <p:spPr>
          <a:xfrm>
            <a:off x="7744968" y="310896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5" name="Shape 1033"/>
          <p:cNvSpPr/>
          <p:nvPr/>
        </p:nvSpPr>
        <p:spPr>
          <a:xfrm>
            <a:off x="7863840" y="310896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6" name="Shape 1034"/>
          <p:cNvSpPr/>
          <p:nvPr/>
        </p:nvSpPr>
        <p:spPr>
          <a:xfrm>
            <a:off x="7982712" y="310896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7" name="Shape 1035"/>
          <p:cNvSpPr/>
          <p:nvPr/>
        </p:nvSpPr>
        <p:spPr>
          <a:xfrm>
            <a:off x="8101584" y="310896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8" name="Shape 1036"/>
          <p:cNvSpPr/>
          <p:nvPr/>
        </p:nvSpPr>
        <p:spPr>
          <a:xfrm>
            <a:off x="8220456" y="310896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9" name="Shape 1037"/>
          <p:cNvSpPr/>
          <p:nvPr/>
        </p:nvSpPr>
        <p:spPr>
          <a:xfrm>
            <a:off x="8339328" y="310896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0" name="Shape 1038"/>
          <p:cNvSpPr/>
          <p:nvPr/>
        </p:nvSpPr>
        <p:spPr>
          <a:xfrm>
            <a:off x="8458200" y="310896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1" name="Shape 1039"/>
          <p:cNvSpPr/>
          <p:nvPr/>
        </p:nvSpPr>
        <p:spPr>
          <a:xfrm>
            <a:off x="8577072" y="310896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2" name="Shape 1040"/>
          <p:cNvSpPr/>
          <p:nvPr/>
        </p:nvSpPr>
        <p:spPr>
          <a:xfrm>
            <a:off x="8695944" y="310896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3" name="Shape 1041"/>
          <p:cNvSpPr/>
          <p:nvPr/>
        </p:nvSpPr>
        <p:spPr>
          <a:xfrm>
            <a:off x="8814816" y="310896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4" name="Shape 1042"/>
          <p:cNvSpPr/>
          <p:nvPr/>
        </p:nvSpPr>
        <p:spPr>
          <a:xfrm>
            <a:off x="8933688" y="310896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5" name="Shape 1043"/>
          <p:cNvSpPr/>
          <p:nvPr/>
        </p:nvSpPr>
        <p:spPr>
          <a:xfrm>
            <a:off x="9052560" y="310896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6" name="Shape 1044"/>
          <p:cNvSpPr/>
          <p:nvPr/>
        </p:nvSpPr>
        <p:spPr>
          <a:xfrm>
            <a:off x="9171432" y="310896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7" name="Shape 1045"/>
          <p:cNvSpPr/>
          <p:nvPr/>
        </p:nvSpPr>
        <p:spPr>
          <a:xfrm>
            <a:off x="9290304" y="310896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8" name="Shape 1046"/>
          <p:cNvSpPr/>
          <p:nvPr/>
        </p:nvSpPr>
        <p:spPr>
          <a:xfrm>
            <a:off x="9409176" y="310896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9" name="Shape 1047"/>
          <p:cNvSpPr/>
          <p:nvPr/>
        </p:nvSpPr>
        <p:spPr>
          <a:xfrm>
            <a:off x="9528048" y="310896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0" name="Shape 1048"/>
          <p:cNvSpPr/>
          <p:nvPr/>
        </p:nvSpPr>
        <p:spPr>
          <a:xfrm>
            <a:off x="9646920" y="310896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1" name="Shape 1049"/>
          <p:cNvSpPr/>
          <p:nvPr/>
        </p:nvSpPr>
        <p:spPr>
          <a:xfrm>
            <a:off x="9765792" y="310896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2" name="Shape 1050"/>
          <p:cNvSpPr/>
          <p:nvPr/>
        </p:nvSpPr>
        <p:spPr>
          <a:xfrm>
            <a:off x="4892040" y="32278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3" name="Shape 1051"/>
          <p:cNvSpPr/>
          <p:nvPr/>
        </p:nvSpPr>
        <p:spPr>
          <a:xfrm>
            <a:off x="5010912" y="32278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4" name="Shape 1052"/>
          <p:cNvSpPr/>
          <p:nvPr/>
        </p:nvSpPr>
        <p:spPr>
          <a:xfrm>
            <a:off x="5129784" y="32278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5" name="Shape 1053"/>
          <p:cNvSpPr/>
          <p:nvPr/>
        </p:nvSpPr>
        <p:spPr>
          <a:xfrm>
            <a:off x="5248656" y="32278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6" name="Shape 1054"/>
          <p:cNvSpPr/>
          <p:nvPr/>
        </p:nvSpPr>
        <p:spPr>
          <a:xfrm>
            <a:off x="5367528" y="32278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7" name="Shape 1055"/>
          <p:cNvSpPr/>
          <p:nvPr/>
        </p:nvSpPr>
        <p:spPr>
          <a:xfrm>
            <a:off x="5486400" y="32278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8" name="Shape 1056"/>
          <p:cNvSpPr/>
          <p:nvPr/>
        </p:nvSpPr>
        <p:spPr>
          <a:xfrm>
            <a:off x="5605272" y="32278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9" name="Shape 1057"/>
          <p:cNvSpPr/>
          <p:nvPr/>
        </p:nvSpPr>
        <p:spPr>
          <a:xfrm>
            <a:off x="5724144" y="32278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0" name="Shape 1058"/>
          <p:cNvSpPr/>
          <p:nvPr/>
        </p:nvSpPr>
        <p:spPr>
          <a:xfrm>
            <a:off x="5843016" y="32278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1" name="Shape 1059"/>
          <p:cNvSpPr/>
          <p:nvPr/>
        </p:nvSpPr>
        <p:spPr>
          <a:xfrm>
            <a:off x="5961888" y="32278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2" name="Shape 1060"/>
          <p:cNvSpPr/>
          <p:nvPr/>
        </p:nvSpPr>
        <p:spPr>
          <a:xfrm>
            <a:off x="6080760" y="32278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3" name="Shape 1061"/>
          <p:cNvSpPr/>
          <p:nvPr/>
        </p:nvSpPr>
        <p:spPr>
          <a:xfrm>
            <a:off x="6199632" y="32278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4" name="Shape 1062"/>
          <p:cNvSpPr/>
          <p:nvPr/>
        </p:nvSpPr>
        <p:spPr>
          <a:xfrm>
            <a:off x="6318504" y="32278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5" name="Shape 1063"/>
          <p:cNvSpPr/>
          <p:nvPr/>
        </p:nvSpPr>
        <p:spPr>
          <a:xfrm>
            <a:off x="6437376" y="32278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6" name="Shape 1064"/>
          <p:cNvSpPr/>
          <p:nvPr/>
        </p:nvSpPr>
        <p:spPr>
          <a:xfrm>
            <a:off x="6556248" y="32278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7" name="Shape 1065"/>
          <p:cNvSpPr/>
          <p:nvPr/>
        </p:nvSpPr>
        <p:spPr>
          <a:xfrm>
            <a:off x="6675120" y="32278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8" name="Shape 1066"/>
          <p:cNvSpPr/>
          <p:nvPr/>
        </p:nvSpPr>
        <p:spPr>
          <a:xfrm>
            <a:off x="6793992" y="32278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9" name="Shape 1067"/>
          <p:cNvSpPr/>
          <p:nvPr/>
        </p:nvSpPr>
        <p:spPr>
          <a:xfrm>
            <a:off x="6912864" y="32278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0" name="Shape 1068"/>
          <p:cNvSpPr/>
          <p:nvPr/>
        </p:nvSpPr>
        <p:spPr>
          <a:xfrm>
            <a:off x="7031736" y="32278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1" name="Shape 1069"/>
          <p:cNvSpPr/>
          <p:nvPr/>
        </p:nvSpPr>
        <p:spPr>
          <a:xfrm>
            <a:off x="7150608" y="32278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2" name="Shape 1070"/>
          <p:cNvSpPr/>
          <p:nvPr/>
        </p:nvSpPr>
        <p:spPr>
          <a:xfrm>
            <a:off x="7269480" y="32278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3" name="Shape 1071"/>
          <p:cNvSpPr/>
          <p:nvPr/>
        </p:nvSpPr>
        <p:spPr>
          <a:xfrm>
            <a:off x="7388352" y="32278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4" name="Shape 1072"/>
          <p:cNvSpPr/>
          <p:nvPr/>
        </p:nvSpPr>
        <p:spPr>
          <a:xfrm>
            <a:off x="7507224" y="32278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5" name="Shape 1073"/>
          <p:cNvSpPr/>
          <p:nvPr/>
        </p:nvSpPr>
        <p:spPr>
          <a:xfrm>
            <a:off x="7626096" y="32278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6" name="Shape 1074"/>
          <p:cNvSpPr/>
          <p:nvPr/>
        </p:nvSpPr>
        <p:spPr>
          <a:xfrm>
            <a:off x="7744968" y="32278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7" name="Shape 1075"/>
          <p:cNvSpPr/>
          <p:nvPr/>
        </p:nvSpPr>
        <p:spPr>
          <a:xfrm>
            <a:off x="7863840" y="32278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8" name="Shape 1076"/>
          <p:cNvSpPr/>
          <p:nvPr/>
        </p:nvSpPr>
        <p:spPr>
          <a:xfrm>
            <a:off x="7982712" y="32278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9" name="Shape 1077"/>
          <p:cNvSpPr/>
          <p:nvPr/>
        </p:nvSpPr>
        <p:spPr>
          <a:xfrm>
            <a:off x="8101584" y="32278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80" name="Shape 1078"/>
          <p:cNvSpPr/>
          <p:nvPr/>
        </p:nvSpPr>
        <p:spPr>
          <a:xfrm>
            <a:off x="8220456" y="32278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81" name="Shape 1079"/>
          <p:cNvSpPr/>
          <p:nvPr/>
        </p:nvSpPr>
        <p:spPr>
          <a:xfrm>
            <a:off x="8339328" y="32278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82" name="Shape 1080"/>
          <p:cNvSpPr/>
          <p:nvPr/>
        </p:nvSpPr>
        <p:spPr>
          <a:xfrm>
            <a:off x="8458200" y="32278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83" name="Shape 1081"/>
          <p:cNvSpPr/>
          <p:nvPr/>
        </p:nvSpPr>
        <p:spPr>
          <a:xfrm>
            <a:off x="8577072" y="32278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84" name="Shape 1082"/>
          <p:cNvSpPr/>
          <p:nvPr/>
        </p:nvSpPr>
        <p:spPr>
          <a:xfrm>
            <a:off x="8695944" y="32278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85" name="Shape 1083"/>
          <p:cNvSpPr/>
          <p:nvPr/>
        </p:nvSpPr>
        <p:spPr>
          <a:xfrm>
            <a:off x="8814816" y="32278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86" name="Shape 1084"/>
          <p:cNvSpPr/>
          <p:nvPr/>
        </p:nvSpPr>
        <p:spPr>
          <a:xfrm>
            <a:off x="8933688" y="32278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87" name="Shape 1085"/>
          <p:cNvSpPr/>
          <p:nvPr/>
        </p:nvSpPr>
        <p:spPr>
          <a:xfrm>
            <a:off x="9052560" y="32278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88" name="Shape 1086"/>
          <p:cNvSpPr/>
          <p:nvPr/>
        </p:nvSpPr>
        <p:spPr>
          <a:xfrm>
            <a:off x="9171432" y="32278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89" name="Shape 1087"/>
          <p:cNvSpPr/>
          <p:nvPr/>
        </p:nvSpPr>
        <p:spPr>
          <a:xfrm>
            <a:off x="9290304" y="32278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90" name="Shape 1088"/>
          <p:cNvSpPr/>
          <p:nvPr/>
        </p:nvSpPr>
        <p:spPr>
          <a:xfrm>
            <a:off x="9409176" y="32278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91" name="Shape 1089"/>
          <p:cNvSpPr/>
          <p:nvPr/>
        </p:nvSpPr>
        <p:spPr>
          <a:xfrm>
            <a:off x="9528048" y="32278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92" name="Shape 1090"/>
          <p:cNvSpPr/>
          <p:nvPr/>
        </p:nvSpPr>
        <p:spPr>
          <a:xfrm>
            <a:off x="9646920" y="32278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93" name="Shape 1091"/>
          <p:cNvSpPr/>
          <p:nvPr/>
        </p:nvSpPr>
        <p:spPr>
          <a:xfrm>
            <a:off x="9765792" y="322783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94" name="Shape 1092"/>
          <p:cNvSpPr/>
          <p:nvPr/>
        </p:nvSpPr>
        <p:spPr>
          <a:xfrm>
            <a:off x="4892040" y="33467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95" name="Shape 1093"/>
          <p:cNvSpPr/>
          <p:nvPr/>
        </p:nvSpPr>
        <p:spPr>
          <a:xfrm>
            <a:off x="5010912" y="33467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96" name="Shape 1094"/>
          <p:cNvSpPr/>
          <p:nvPr/>
        </p:nvSpPr>
        <p:spPr>
          <a:xfrm>
            <a:off x="5129784" y="33467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97" name="Shape 1095"/>
          <p:cNvSpPr/>
          <p:nvPr/>
        </p:nvSpPr>
        <p:spPr>
          <a:xfrm>
            <a:off x="5248656" y="33467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98" name="Shape 1096"/>
          <p:cNvSpPr/>
          <p:nvPr/>
        </p:nvSpPr>
        <p:spPr>
          <a:xfrm>
            <a:off x="5367528" y="33467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99" name="Shape 1097"/>
          <p:cNvSpPr/>
          <p:nvPr/>
        </p:nvSpPr>
        <p:spPr>
          <a:xfrm>
            <a:off x="5486400" y="33467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0" name="Shape 1098"/>
          <p:cNvSpPr/>
          <p:nvPr/>
        </p:nvSpPr>
        <p:spPr>
          <a:xfrm>
            <a:off x="5605272" y="33467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1" name="Shape 1099"/>
          <p:cNvSpPr/>
          <p:nvPr/>
        </p:nvSpPr>
        <p:spPr>
          <a:xfrm>
            <a:off x="5724144" y="33467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2" name="Shape 1100"/>
          <p:cNvSpPr/>
          <p:nvPr/>
        </p:nvSpPr>
        <p:spPr>
          <a:xfrm>
            <a:off x="5843016" y="33467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3" name="Shape 1101"/>
          <p:cNvSpPr/>
          <p:nvPr/>
        </p:nvSpPr>
        <p:spPr>
          <a:xfrm>
            <a:off x="5961888" y="33467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4" name="Shape 1102"/>
          <p:cNvSpPr/>
          <p:nvPr/>
        </p:nvSpPr>
        <p:spPr>
          <a:xfrm>
            <a:off x="6080760" y="33467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5" name="Shape 1103"/>
          <p:cNvSpPr/>
          <p:nvPr/>
        </p:nvSpPr>
        <p:spPr>
          <a:xfrm>
            <a:off x="6199632" y="33467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6" name="Shape 1104"/>
          <p:cNvSpPr/>
          <p:nvPr/>
        </p:nvSpPr>
        <p:spPr>
          <a:xfrm>
            <a:off x="6318504" y="33467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7" name="Shape 1105"/>
          <p:cNvSpPr/>
          <p:nvPr/>
        </p:nvSpPr>
        <p:spPr>
          <a:xfrm>
            <a:off x="6437376" y="33467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8" name="Shape 1106"/>
          <p:cNvSpPr/>
          <p:nvPr/>
        </p:nvSpPr>
        <p:spPr>
          <a:xfrm>
            <a:off x="6556248" y="33467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9" name="Shape 1107"/>
          <p:cNvSpPr/>
          <p:nvPr/>
        </p:nvSpPr>
        <p:spPr>
          <a:xfrm>
            <a:off x="6675120" y="33467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10" name="Shape 1108"/>
          <p:cNvSpPr/>
          <p:nvPr/>
        </p:nvSpPr>
        <p:spPr>
          <a:xfrm>
            <a:off x="6793992" y="33467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11" name="Shape 1109"/>
          <p:cNvSpPr/>
          <p:nvPr/>
        </p:nvSpPr>
        <p:spPr>
          <a:xfrm>
            <a:off x="6912864" y="33467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12" name="Shape 1110"/>
          <p:cNvSpPr/>
          <p:nvPr/>
        </p:nvSpPr>
        <p:spPr>
          <a:xfrm>
            <a:off x="7031736" y="33467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13" name="Shape 1111"/>
          <p:cNvSpPr/>
          <p:nvPr/>
        </p:nvSpPr>
        <p:spPr>
          <a:xfrm>
            <a:off x="7150608" y="33467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14" name="Shape 1112"/>
          <p:cNvSpPr/>
          <p:nvPr/>
        </p:nvSpPr>
        <p:spPr>
          <a:xfrm>
            <a:off x="7269480" y="33467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15" name="Shape 1113"/>
          <p:cNvSpPr/>
          <p:nvPr/>
        </p:nvSpPr>
        <p:spPr>
          <a:xfrm>
            <a:off x="7388352" y="33467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16" name="Shape 1114"/>
          <p:cNvSpPr/>
          <p:nvPr/>
        </p:nvSpPr>
        <p:spPr>
          <a:xfrm>
            <a:off x="7507224" y="33467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17" name="Shape 1115"/>
          <p:cNvSpPr/>
          <p:nvPr/>
        </p:nvSpPr>
        <p:spPr>
          <a:xfrm>
            <a:off x="7626096" y="33467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18" name="Shape 1116"/>
          <p:cNvSpPr/>
          <p:nvPr/>
        </p:nvSpPr>
        <p:spPr>
          <a:xfrm>
            <a:off x="7744968" y="33467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19" name="Shape 1117"/>
          <p:cNvSpPr/>
          <p:nvPr/>
        </p:nvSpPr>
        <p:spPr>
          <a:xfrm>
            <a:off x="7863840" y="33467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20" name="Shape 1118"/>
          <p:cNvSpPr/>
          <p:nvPr/>
        </p:nvSpPr>
        <p:spPr>
          <a:xfrm>
            <a:off x="7982712" y="33467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21" name="Shape 1119"/>
          <p:cNvSpPr/>
          <p:nvPr/>
        </p:nvSpPr>
        <p:spPr>
          <a:xfrm>
            <a:off x="8101584" y="33467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22" name="Shape 1120"/>
          <p:cNvSpPr/>
          <p:nvPr/>
        </p:nvSpPr>
        <p:spPr>
          <a:xfrm>
            <a:off x="8220456" y="33467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23" name="Shape 1121"/>
          <p:cNvSpPr/>
          <p:nvPr/>
        </p:nvSpPr>
        <p:spPr>
          <a:xfrm>
            <a:off x="8339328" y="33467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24" name="Shape 1122"/>
          <p:cNvSpPr/>
          <p:nvPr/>
        </p:nvSpPr>
        <p:spPr>
          <a:xfrm>
            <a:off x="8458200" y="33467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25" name="Shape 1123"/>
          <p:cNvSpPr/>
          <p:nvPr/>
        </p:nvSpPr>
        <p:spPr>
          <a:xfrm>
            <a:off x="8577072" y="33467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26" name="Shape 1124"/>
          <p:cNvSpPr/>
          <p:nvPr/>
        </p:nvSpPr>
        <p:spPr>
          <a:xfrm>
            <a:off x="8695944" y="33467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27" name="Shape 1125"/>
          <p:cNvSpPr/>
          <p:nvPr/>
        </p:nvSpPr>
        <p:spPr>
          <a:xfrm>
            <a:off x="8814816" y="33467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28" name="Shape 1126"/>
          <p:cNvSpPr/>
          <p:nvPr/>
        </p:nvSpPr>
        <p:spPr>
          <a:xfrm>
            <a:off x="8933688" y="33467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29" name="Shape 1127"/>
          <p:cNvSpPr/>
          <p:nvPr/>
        </p:nvSpPr>
        <p:spPr>
          <a:xfrm>
            <a:off x="9052560" y="33467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30" name="Shape 1128"/>
          <p:cNvSpPr/>
          <p:nvPr/>
        </p:nvSpPr>
        <p:spPr>
          <a:xfrm>
            <a:off x="9171432" y="33467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31" name="Shape 1129"/>
          <p:cNvSpPr/>
          <p:nvPr/>
        </p:nvSpPr>
        <p:spPr>
          <a:xfrm>
            <a:off x="9290304" y="33467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32" name="Shape 1130"/>
          <p:cNvSpPr/>
          <p:nvPr/>
        </p:nvSpPr>
        <p:spPr>
          <a:xfrm>
            <a:off x="9409176" y="33467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33" name="Shape 1131"/>
          <p:cNvSpPr/>
          <p:nvPr/>
        </p:nvSpPr>
        <p:spPr>
          <a:xfrm>
            <a:off x="9528048" y="33467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34" name="Shape 1132"/>
          <p:cNvSpPr/>
          <p:nvPr/>
        </p:nvSpPr>
        <p:spPr>
          <a:xfrm>
            <a:off x="9646920" y="33467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35" name="Shape 1133"/>
          <p:cNvSpPr/>
          <p:nvPr/>
        </p:nvSpPr>
        <p:spPr>
          <a:xfrm>
            <a:off x="9765792" y="334670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36" name="Shape 1134"/>
          <p:cNvSpPr/>
          <p:nvPr/>
        </p:nvSpPr>
        <p:spPr>
          <a:xfrm>
            <a:off x="4892040" y="34655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37" name="Shape 1135"/>
          <p:cNvSpPr/>
          <p:nvPr/>
        </p:nvSpPr>
        <p:spPr>
          <a:xfrm>
            <a:off x="5010912" y="34655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38" name="Shape 1136"/>
          <p:cNvSpPr/>
          <p:nvPr/>
        </p:nvSpPr>
        <p:spPr>
          <a:xfrm>
            <a:off x="5129784" y="34655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39" name="Shape 1137"/>
          <p:cNvSpPr/>
          <p:nvPr/>
        </p:nvSpPr>
        <p:spPr>
          <a:xfrm>
            <a:off x="5248656" y="34655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40" name="Shape 1138"/>
          <p:cNvSpPr/>
          <p:nvPr/>
        </p:nvSpPr>
        <p:spPr>
          <a:xfrm>
            <a:off x="5367528" y="34655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41" name="Shape 1139"/>
          <p:cNvSpPr/>
          <p:nvPr/>
        </p:nvSpPr>
        <p:spPr>
          <a:xfrm>
            <a:off x="5486400" y="34655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42" name="Shape 1140"/>
          <p:cNvSpPr/>
          <p:nvPr/>
        </p:nvSpPr>
        <p:spPr>
          <a:xfrm>
            <a:off x="5605272" y="34655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43" name="Shape 1141"/>
          <p:cNvSpPr/>
          <p:nvPr/>
        </p:nvSpPr>
        <p:spPr>
          <a:xfrm>
            <a:off x="5724144" y="34655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44" name="Shape 1142"/>
          <p:cNvSpPr/>
          <p:nvPr/>
        </p:nvSpPr>
        <p:spPr>
          <a:xfrm>
            <a:off x="5843016" y="34655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45" name="Shape 1143"/>
          <p:cNvSpPr/>
          <p:nvPr/>
        </p:nvSpPr>
        <p:spPr>
          <a:xfrm>
            <a:off x="5961888" y="34655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46" name="Shape 1144"/>
          <p:cNvSpPr/>
          <p:nvPr/>
        </p:nvSpPr>
        <p:spPr>
          <a:xfrm>
            <a:off x="6080760" y="34655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47" name="Shape 1145"/>
          <p:cNvSpPr/>
          <p:nvPr/>
        </p:nvSpPr>
        <p:spPr>
          <a:xfrm>
            <a:off x="6199632" y="34655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48" name="Shape 1146"/>
          <p:cNvSpPr/>
          <p:nvPr/>
        </p:nvSpPr>
        <p:spPr>
          <a:xfrm>
            <a:off x="6318504" y="34655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49" name="Shape 1147"/>
          <p:cNvSpPr/>
          <p:nvPr/>
        </p:nvSpPr>
        <p:spPr>
          <a:xfrm>
            <a:off x="6437376" y="34655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50" name="Shape 1148"/>
          <p:cNvSpPr/>
          <p:nvPr/>
        </p:nvSpPr>
        <p:spPr>
          <a:xfrm>
            <a:off x="6556248" y="34655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51" name="Shape 1149"/>
          <p:cNvSpPr/>
          <p:nvPr/>
        </p:nvSpPr>
        <p:spPr>
          <a:xfrm>
            <a:off x="6675120" y="34655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52" name="Shape 1150"/>
          <p:cNvSpPr/>
          <p:nvPr/>
        </p:nvSpPr>
        <p:spPr>
          <a:xfrm>
            <a:off x="6793992" y="34655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53" name="Shape 1151"/>
          <p:cNvSpPr/>
          <p:nvPr/>
        </p:nvSpPr>
        <p:spPr>
          <a:xfrm>
            <a:off x="6912864" y="34655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54" name="Shape 1152"/>
          <p:cNvSpPr/>
          <p:nvPr/>
        </p:nvSpPr>
        <p:spPr>
          <a:xfrm>
            <a:off x="7031736" y="34655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55" name="Shape 1153"/>
          <p:cNvSpPr/>
          <p:nvPr/>
        </p:nvSpPr>
        <p:spPr>
          <a:xfrm>
            <a:off x="7150608" y="34655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56" name="Shape 1154"/>
          <p:cNvSpPr/>
          <p:nvPr/>
        </p:nvSpPr>
        <p:spPr>
          <a:xfrm>
            <a:off x="7269480" y="34655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57" name="Shape 1155"/>
          <p:cNvSpPr/>
          <p:nvPr/>
        </p:nvSpPr>
        <p:spPr>
          <a:xfrm>
            <a:off x="7388352" y="34655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58" name="Shape 1156"/>
          <p:cNvSpPr/>
          <p:nvPr/>
        </p:nvSpPr>
        <p:spPr>
          <a:xfrm>
            <a:off x="7507224" y="34655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59" name="Shape 1157"/>
          <p:cNvSpPr/>
          <p:nvPr/>
        </p:nvSpPr>
        <p:spPr>
          <a:xfrm>
            <a:off x="7626096" y="34655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0" name="Shape 1158"/>
          <p:cNvSpPr/>
          <p:nvPr/>
        </p:nvSpPr>
        <p:spPr>
          <a:xfrm>
            <a:off x="7744968" y="34655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1" name="Shape 1159"/>
          <p:cNvSpPr/>
          <p:nvPr/>
        </p:nvSpPr>
        <p:spPr>
          <a:xfrm>
            <a:off x="7863840" y="34655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2" name="Shape 1160"/>
          <p:cNvSpPr/>
          <p:nvPr/>
        </p:nvSpPr>
        <p:spPr>
          <a:xfrm>
            <a:off x="7982712" y="34655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3" name="Shape 1161"/>
          <p:cNvSpPr/>
          <p:nvPr/>
        </p:nvSpPr>
        <p:spPr>
          <a:xfrm>
            <a:off x="8101584" y="34655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4" name="Shape 1162"/>
          <p:cNvSpPr/>
          <p:nvPr/>
        </p:nvSpPr>
        <p:spPr>
          <a:xfrm>
            <a:off x="8220456" y="34655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5" name="Shape 1163"/>
          <p:cNvSpPr/>
          <p:nvPr/>
        </p:nvSpPr>
        <p:spPr>
          <a:xfrm>
            <a:off x="8339328" y="34655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6" name="Shape 1164"/>
          <p:cNvSpPr/>
          <p:nvPr/>
        </p:nvSpPr>
        <p:spPr>
          <a:xfrm>
            <a:off x="8458200" y="34655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7" name="Shape 1165"/>
          <p:cNvSpPr/>
          <p:nvPr/>
        </p:nvSpPr>
        <p:spPr>
          <a:xfrm>
            <a:off x="8577072" y="34655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8" name="Shape 1166"/>
          <p:cNvSpPr/>
          <p:nvPr/>
        </p:nvSpPr>
        <p:spPr>
          <a:xfrm>
            <a:off x="8695944" y="34655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9" name="Shape 1167"/>
          <p:cNvSpPr/>
          <p:nvPr/>
        </p:nvSpPr>
        <p:spPr>
          <a:xfrm>
            <a:off x="8814816" y="34655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70" name="Shape 1168"/>
          <p:cNvSpPr/>
          <p:nvPr/>
        </p:nvSpPr>
        <p:spPr>
          <a:xfrm>
            <a:off x="8933688" y="34655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71" name="Shape 1169"/>
          <p:cNvSpPr/>
          <p:nvPr/>
        </p:nvSpPr>
        <p:spPr>
          <a:xfrm>
            <a:off x="9052560" y="34655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72" name="Shape 1170"/>
          <p:cNvSpPr/>
          <p:nvPr/>
        </p:nvSpPr>
        <p:spPr>
          <a:xfrm>
            <a:off x="9171432" y="34655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73" name="Shape 1171"/>
          <p:cNvSpPr/>
          <p:nvPr/>
        </p:nvSpPr>
        <p:spPr>
          <a:xfrm>
            <a:off x="9290304" y="34655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74" name="Shape 1172"/>
          <p:cNvSpPr/>
          <p:nvPr/>
        </p:nvSpPr>
        <p:spPr>
          <a:xfrm>
            <a:off x="9409176" y="34655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75" name="Shape 1173"/>
          <p:cNvSpPr/>
          <p:nvPr/>
        </p:nvSpPr>
        <p:spPr>
          <a:xfrm>
            <a:off x="9528048" y="34655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76" name="Shape 1174"/>
          <p:cNvSpPr/>
          <p:nvPr/>
        </p:nvSpPr>
        <p:spPr>
          <a:xfrm>
            <a:off x="9646920" y="34655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77" name="Shape 1175"/>
          <p:cNvSpPr/>
          <p:nvPr/>
        </p:nvSpPr>
        <p:spPr>
          <a:xfrm>
            <a:off x="9765792" y="346557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78" name="Shape 1176"/>
          <p:cNvSpPr/>
          <p:nvPr/>
        </p:nvSpPr>
        <p:spPr>
          <a:xfrm>
            <a:off x="4892040" y="35844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79" name="Shape 1177"/>
          <p:cNvSpPr/>
          <p:nvPr/>
        </p:nvSpPr>
        <p:spPr>
          <a:xfrm>
            <a:off x="5010912" y="35844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80" name="Shape 1178"/>
          <p:cNvSpPr/>
          <p:nvPr/>
        </p:nvSpPr>
        <p:spPr>
          <a:xfrm>
            <a:off x="5129784" y="35844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81" name="Shape 1179"/>
          <p:cNvSpPr/>
          <p:nvPr/>
        </p:nvSpPr>
        <p:spPr>
          <a:xfrm>
            <a:off x="5248656" y="35844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82" name="Shape 1180"/>
          <p:cNvSpPr/>
          <p:nvPr/>
        </p:nvSpPr>
        <p:spPr>
          <a:xfrm>
            <a:off x="5367528" y="35844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83" name="Shape 1181"/>
          <p:cNvSpPr/>
          <p:nvPr/>
        </p:nvSpPr>
        <p:spPr>
          <a:xfrm>
            <a:off x="5486400" y="35844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84" name="Shape 1182"/>
          <p:cNvSpPr/>
          <p:nvPr/>
        </p:nvSpPr>
        <p:spPr>
          <a:xfrm>
            <a:off x="5605272" y="35844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85" name="Shape 1183"/>
          <p:cNvSpPr/>
          <p:nvPr/>
        </p:nvSpPr>
        <p:spPr>
          <a:xfrm>
            <a:off x="5724144" y="35844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86" name="Shape 1184"/>
          <p:cNvSpPr/>
          <p:nvPr/>
        </p:nvSpPr>
        <p:spPr>
          <a:xfrm>
            <a:off x="5843016" y="35844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87" name="Shape 1185"/>
          <p:cNvSpPr/>
          <p:nvPr/>
        </p:nvSpPr>
        <p:spPr>
          <a:xfrm>
            <a:off x="5961888" y="35844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88" name="Shape 1186"/>
          <p:cNvSpPr/>
          <p:nvPr/>
        </p:nvSpPr>
        <p:spPr>
          <a:xfrm>
            <a:off x="6080760" y="35844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89" name="Shape 1187"/>
          <p:cNvSpPr/>
          <p:nvPr/>
        </p:nvSpPr>
        <p:spPr>
          <a:xfrm>
            <a:off x="6199632" y="35844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90" name="Shape 1188"/>
          <p:cNvSpPr/>
          <p:nvPr/>
        </p:nvSpPr>
        <p:spPr>
          <a:xfrm>
            <a:off x="6318504" y="35844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91" name="Shape 1189"/>
          <p:cNvSpPr/>
          <p:nvPr/>
        </p:nvSpPr>
        <p:spPr>
          <a:xfrm>
            <a:off x="6437376" y="35844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92" name="Shape 1190"/>
          <p:cNvSpPr/>
          <p:nvPr/>
        </p:nvSpPr>
        <p:spPr>
          <a:xfrm>
            <a:off x="6556248" y="35844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93" name="Shape 1191"/>
          <p:cNvSpPr/>
          <p:nvPr/>
        </p:nvSpPr>
        <p:spPr>
          <a:xfrm>
            <a:off x="6675120" y="35844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94" name="Shape 1192"/>
          <p:cNvSpPr/>
          <p:nvPr/>
        </p:nvSpPr>
        <p:spPr>
          <a:xfrm>
            <a:off x="6793992" y="35844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95" name="Shape 1193"/>
          <p:cNvSpPr/>
          <p:nvPr/>
        </p:nvSpPr>
        <p:spPr>
          <a:xfrm>
            <a:off x="6912864" y="35844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96" name="Shape 1194"/>
          <p:cNvSpPr/>
          <p:nvPr/>
        </p:nvSpPr>
        <p:spPr>
          <a:xfrm>
            <a:off x="7031736" y="35844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97" name="Shape 1195"/>
          <p:cNvSpPr/>
          <p:nvPr/>
        </p:nvSpPr>
        <p:spPr>
          <a:xfrm>
            <a:off x="7150608" y="35844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98" name="Shape 1196"/>
          <p:cNvSpPr/>
          <p:nvPr/>
        </p:nvSpPr>
        <p:spPr>
          <a:xfrm>
            <a:off x="7269480" y="35844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99" name="Shape 1197"/>
          <p:cNvSpPr/>
          <p:nvPr/>
        </p:nvSpPr>
        <p:spPr>
          <a:xfrm>
            <a:off x="7388352" y="35844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00" name="Shape 1198"/>
          <p:cNvSpPr/>
          <p:nvPr/>
        </p:nvSpPr>
        <p:spPr>
          <a:xfrm>
            <a:off x="7507224" y="35844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01" name="Shape 1199"/>
          <p:cNvSpPr/>
          <p:nvPr/>
        </p:nvSpPr>
        <p:spPr>
          <a:xfrm>
            <a:off x="7626096" y="35844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02" name="Shape 1200"/>
          <p:cNvSpPr/>
          <p:nvPr/>
        </p:nvSpPr>
        <p:spPr>
          <a:xfrm>
            <a:off x="7744968" y="35844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03" name="Shape 1201"/>
          <p:cNvSpPr/>
          <p:nvPr/>
        </p:nvSpPr>
        <p:spPr>
          <a:xfrm>
            <a:off x="7863840" y="35844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04" name="Shape 1202"/>
          <p:cNvSpPr/>
          <p:nvPr/>
        </p:nvSpPr>
        <p:spPr>
          <a:xfrm>
            <a:off x="7982712" y="35844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05" name="Shape 1203"/>
          <p:cNvSpPr/>
          <p:nvPr/>
        </p:nvSpPr>
        <p:spPr>
          <a:xfrm>
            <a:off x="8101584" y="35844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06" name="Shape 1204"/>
          <p:cNvSpPr/>
          <p:nvPr/>
        </p:nvSpPr>
        <p:spPr>
          <a:xfrm>
            <a:off x="8220456" y="35844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07" name="Shape 1205"/>
          <p:cNvSpPr/>
          <p:nvPr/>
        </p:nvSpPr>
        <p:spPr>
          <a:xfrm>
            <a:off x="8339328" y="35844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08" name="Shape 1206"/>
          <p:cNvSpPr/>
          <p:nvPr/>
        </p:nvSpPr>
        <p:spPr>
          <a:xfrm>
            <a:off x="8458200" y="35844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09" name="Shape 1207"/>
          <p:cNvSpPr/>
          <p:nvPr/>
        </p:nvSpPr>
        <p:spPr>
          <a:xfrm>
            <a:off x="8577072" y="35844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10" name="Shape 1208"/>
          <p:cNvSpPr/>
          <p:nvPr/>
        </p:nvSpPr>
        <p:spPr>
          <a:xfrm>
            <a:off x="8695944" y="35844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11" name="Shape 1209"/>
          <p:cNvSpPr/>
          <p:nvPr/>
        </p:nvSpPr>
        <p:spPr>
          <a:xfrm>
            <a:off x="8814816" y="35844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12" name="Shape 1210"/>
          <p:cNvSpPr/>
          <p:nvPr/>
        </p:nvSpPr>
        <p:spPr>
          <a:xfrm>
            <a:off x="8933688" y="35844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13" name="Shape 1211"/>
          <p:cNvSpPr/>
          <p:nvPr/>
        </p:nvSpPr>
        <p:spPr>
          <a:xfrm>
            <a:off x="9052560" y="35844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14" name="Shape 1212"/>
          <p:cNvSpPr/>
          <p:nvPr/>
        </p:nvSpPr>
        <p:spPr>
          <a:xfrm>
            <a:off x="9171432" y="35844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15" name="Shape 1213"/>
          <p:cNvSpPr/>
          <p:nvPr/>
        </p:nvSpPr>
        <p:spPr>
          <a:xfrm>
            <a:off x="9290304" y="35844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16" name="Shape 1214"/>
          <p:cNvSpPr/>
          <p:nvPr/>
        </p:nvSpPr>
        <p:spPr>
          <a:xfrm>
            <a:off x="9409176" y="35844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17" name="Shape 1215"/>
          <p:cNvSpPr/>
          <p:nvPr/>
        </p:nvSpPr>
        <p:spPr>
          <a:xfrm>
            <a:off x="9528048" y="35844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18" name="Shape 1216"/>
          <p:cNvSpPr/>
          <p:nvPr/>
        </p:nvSpPr>
        <p:spPr>
          <a:xfrm>
            <a:off x="9646920" y="35844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19" name="Shape 1217"/>
          <p:cNvSpPr/>
          <p:nvPr/>
        </p:nvSpPr>
        <p:spPr>
          <a:xfrm>
            <a:off x="9765792" y="358444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20" name="Shape 1218"/>
          <p:cNvSpPr/>
          <p:nvPr/>
        </p:nvSpPr>
        <p:spPr>
          <a:xfrm>
            <a:off x="4892040" y="37033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21" name="Shape 1219"/>
          <p:cNvSpPr/>
          <p:nvPr/>
        </p:nvSpPr>
        <p:spPr>
          <a:xfrm>
            <a:off x="5010912" y="37033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22" name="Shape 1220"/>
          <p:cNvSpPr/>
          <p:nvPr/>
        </p:nvSpPr>
        <p:spPr>
          <a:xfrm>
            <a:off x="5129784" y="37033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23" name="Shape 1221"/>
          <p:cNvSpPr/>
          <p:nvPr/>
        </p:nvSpPr>
        <p:spPr>
          <a:xfrm>
            <a:off x="5248656" y="37033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24" name="Shape 1222"/>
          <p:cNvSpPr/>
          <p:nvPr/>
        </p:nvSpPr>
        <p:spPr>
          <a:xfrm>
            <a:off x="5367528" y="37033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25" name="Shape 1223"/>
          <p:cNvSpPr/>
          <p:nvPr/>
        </p:nvSpPr>
        <p:spPr>
          <a:xfrm>
            <a:off x="5486400" y="37033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26" name="Shape 1224"/>
          <p:cNvSpPr/>
          <p:nvPr/>
        </p:nvSpPr>
        <p:spPr>
          <a:xfrm>
            <a:off x="5605272" y="37033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27" name="Shape 1225"/>
          <p:cNvSpPr/>
          <p:nvPr/>
        </p:nvSpPr>
        <p:spPr>
          <a:xfrm>
            <a:off x="5724144" y="37033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28" name="Shape 1226"/>
          <p:cNvSpPr/>
          <p:nvPr/>
        </p:nvSpPr>
        <p:spPr>
          <a:xfrm>
            <a:off x="5843016" y="37033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29" name="Shape 1227"/>
          <p:cNvSpPr/>
          <p:nvPr/>
        </p:nvSpPr>
        <p:spPr>
          <a:xfrm>
            <a:off x="5961888" y="37033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30" name="Shape 1228"/>
          <p:cNvSpPr/>
          <p:nvPr/>
        </p:nvSpPr>
        <p:spPr>
          <a:xfrm>
            <a:off x="6080760" y="37033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31" name="Shape 1229"/>
          <p:cNvSpPr/>
          <p:nvPr/>
        </p:nvSpPr>
        <p:spPr>
          <a:xfrm>
            <a:off x="6199632" y="37033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32" name="Shape 1230"/>
          <p:cNvSpPr/>
          <p:nvPr/>
        </p:nvSpPr>
        <p:spPr>
          <a:xfrm>
            <a:off x="6318504" y="37033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33" name="Shape 1231"/>
          <p:cNvSpPr/>
          <p:nvPr/>
        </p:nvSpPr>
        <p:spPr>
          <a:xfrm>
            <a:off x="6437376" y="37033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34" name="Shape 1232"/>
          <p:cNvSpPr/>
          <p:nvPr/>
        </p:nvSpPr>
        <p:spPr>
          <a:xfrm>
            <a:off x="6556248" y="37033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35" name="Shape 1233"/>
          <p:cNvSpPr/>
          <p:nvPr/>
        </p:nvSpPr>
        <p:spPr>
          <a:xfrm>
            <a:off x="6675120" y="37033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36" name="Shape 1234"/>
          <p:cNvSpPr/>
          <p:nvPr/>
        </p:nvSpPr>
        <p:spPr>
          <a:xfrm>
            <a:off x="6793992" y="37033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37" name="Shape 1235"/>
          <p:cNvSpPr/>
          <p:nvPr/>
        </p:nvSpPr>
        <p:spPr>
          <a:xfrm>
            <a:off x="6912864" y="37033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38" name="Shape 1236"/>
          <p:cNvSpPr/>
          <p:nvPr/>
        </p:nvSpPr>
        <p:spPr>
          <a:xfrm>
            <a:off x="7031736" y="37033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39" name="Shape 1237"/>
          <p:cNvSpPr/>
          <p:nvPr/>
        </p:nvSpPr>
        <p:spPr>
          <a:xfrm>
            <a:off x="7150608" y="37033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0" name="Shape 1238"/>
          <p:cNvSpPr/>
          <p:nvPr/>
        </p:nvSpPr>
        <p:spPr>
          <a:xfrm>
            <a:off x="7269480" y="37033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1" name="Shape 1239"/>
          <p:cNvSpPr/>
          <p:nvPr/>
        </p:nvSpPr>
        <p:spPr>
          <a:xfrm>
            <a:off x="7388352" y="37033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2" name="Shape 1240"/>
          <p:cNvSpPr/>
          <p:nvPr/>
        </p:nvSpPr>
        <p:spPr>
          <a:xfrm>
            <a:off x="7507224" y="37033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3" name="Shape 1241"/>
          <p:cNvSpPr/>
          <p:nvPr/>
        </p:nvSpPr>
        <p:spPr>
          <a:xfrm>
            <a:off x="7626096" y="37033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4" name="Shape 1242"/>
          <p:cNvSpPr/>
          <p:nvPr/>
        </p:nvSpPr>
        <p:spPr>
          <a:xfrm>
            <a:off x="7744968" y="37033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5" name="Shape 1243"/>
          <p:cNvSpPr/>
          <p:nvPr/>
        </p:nvSpPr>
        <p:spPr>
          <a:xfrm>
            <a:off x="7863840" y="37033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6" name="Shape 1244"/>
          <p:cNvSpPr/>
          <p:nvPr/>
        </p:nvSpPr>
        <p:spPr>
          <a:xfrm>
            <a:off x="7982712" y="37033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7" name="Shape 1245"/>
          <p:cNvSpPr/>
          <p:nvPr/>
        </p:nvSpPr>
        <p:spPr>
          <a:xfrm>
            <a:off x="8101584" y="37033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8" name="Shape 1246"/>
          <p:cNvSpPr/>
          <p:nvPr/>
        </p:nvSpPr>
        <p:spPr>
          <a:xfrm>
            <a:off x="8220456" y="37033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9" name="Shape 1247"/>
          <p:cNvSpPr/>
          <p:nvPr/>
        </p:nvSpPr>
        <p:spPr>
          <a:xfrm>
            <a:off x="8339328" y="37033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50" name="Shape 1248"/>
          <p:cNvSpPr/>
          <p:nvPr/>
        </p:nvSpPr>
        <p:spPr>
          <a:xfrm>
            <a:off x="8458200" y="37033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51" name="Shape 1249"/>
          <p:cNvSpPr/>
          <p:nvPr/>
        </p:nvSpPr>
        <p:spPr>
          <a:xfrm>
            <a:off x="8577072" y="37033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52" name="Shape 1250"/>
          <p:cNvSpPr/>
          <p:nvPr/>
        </p:nvSpPr>
        <p:spPr>
          <a:xfrm>
            <a:off x="8695944" y="37033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53" name="Shape 1251"/>
          <p:cNvSpPr/>
          <p:nvPr/>
        </p:nvSpPr>
        <p:spPr>
          <a:xfrm>
            <a:off x="8814816" y="37033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54" name="Shape 1252"/>
          <p:cNvSpPr/>
          <p:nvPr/>
        </p:nvSpPr>
        <p:spPr>
          <a:xfrm>
            <a:off x="8933688" y="37033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55" name="Shape 1253"/>
          <p:cNvSpPr/>
          <p:nvPr/>
        </p:nvSpPr>
        <p:spPr>
          <a:xfrm>
            <a:off x="9052560" y="37033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56" name="Shape 1254"/>
          <p:cNvSpPr/>
          <p:nvPr/>
        </p:nvSpPr>
        <p:spPr>
          <a:xfrm>
            <a:off x="9171432" y="37033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57" name="Shape 1255"/>
          <p:cNvSpPr/>
          <p:nvPr/>
        </p:nvSpPr>
        <p:spPr>
          <a:xfrm>
            <a:off x="9290304" y="37033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58" name="Shape 1256"/>
          <p:cNvSpPr/>
          <p:nvPr/>
        </p:nvSpPr>
        <p:spPr>
          <a:xfrm>
            <a:off x="9409176" y="37033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59" name="Shape 1257"/>
          <p:cNvSpPr/>
          <p:nvPr/>
        </p:nvSpPr>
        <p:spPr>
          <a:xfrm>
            <a:off x="9528048" y="37033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60" name="Shape 1258"/>
          <p:cNvSpPr/>
          <p:nvPr/>
        </p:nvSpPr>
        <p:spPr>
          <a:xfrm>
            <a:off x="9646920" y="37033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61" name="Shape 1259"/>
          <p:cNvSpPr/>
          <p:nvPr/>
        </p:nvSpPr>
        <p:spPr>
          <a:xfrm>
            <a:off x="9765792" y="3703320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62" name="Shape 1260"/>
          <p:cNvSpPr/>
          <p:nvPr/>
        </p:nvSpPr>
        <p:spPr>
          <a:xfrm>
            <a:off x="4892040" y="38221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63" name="Shape 1261"/>
          <p:cNvSpPr/>
          <p:nvPr/>
        </p:nvSpPr>
        <p:spPr>
          <a:xfrm>
            <a:off x="5010912" y="38221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64" name="Shape 1262"/>
          <p:cNvSpPr/>
          <p:nvPr/>
        </p:nvSpPr>
        <p:spPr>
          <a:xfrm>
            <a:off x="5129784" y="38221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65" name="Shape 1263"/>
          <p:cNvSpPr/>
          <p:nvPr/>
        </p:nvSpPr>
        <p:spPr>
          <a:xfrm>
            <a:off x="5248656" y="38221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66" name="Shape 1264"/>
          <p:cNvSpPr/>
          <p:nvPr/>
        </p:nvSpPr>
        <p:spPr>
          <a:xfrm>
            <a:off x="5367528" y="38221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67" name="Shape 1265"/>
          <p:cNvSpPr/>
          <p:nvPr/>
        </p:nvSpPr>
        <p:spPr>
          <a:xfrm>
            <a:off x="5486400" y="38221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68" name="Shape 1266"/>
          <p:cNvSpPr/>
          <p:nvPr/>
        </p:nvSpPr>
        <p:spPr>
          <a:xfrm>
            <a:off x="5605272" y="38221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69" name="Shape 1267"/>
          <p:cNvSpPr/>
          <p:nvPr/>
        </p:nvSpPr>
        <p:spPr>
          <a:xfrm>
            <a:off x="5724144" y="38221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70" name="Shape 1268"/>
          <p:cNvSpPr/>
          <p:nvPr/>
        </p:nvSpPr>
        <p:spPr>
          <a:xfrm>
            <a:off x="5843016" y="38221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71" name="Shape 1269"/>
          <p:cNvSpPr/>
          <p:nvPr/>
        </p:nvSpPr>
        <p:spPr>
          <a:xfrm>
            <a:off x="5961888" y="38221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72" name="Shape 1270"/>
          <p:cNvSpPr/>
          <p:nvPr/>
        </p:nvSpPr>
        <p:spPr>
          <a:xfrm>
            <a:off x="6080760" y="38221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73" name="Shape 1271"/>
          <p:cNvSpPr/>
          <p:nvPr/>
        </p:nvSpPr>
        <p:spPr>
          <a:xfrm>
            <a:off x="6199632" y="38221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74" name="Shape 1272"/>
          <p:cNvSpPr/>
          <p:nvPr/>
        </p:nvSpPr>
        <p:spPr>
          <a:xfrm>
            <a:off x="6318504" y="38221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75" name="Shape 1273"/>
          <p:cNvSpPr/>
          <p:nvPr/>
        </p:nvSpPr>
        <p:spPr>
          <a:xfrm>
            <a:off x="6437376" y="38221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76" name="Shape 1274"/>
          <p:cNvSpPr/>
          <p:nvPr/>
        </p:nvSpPr>
        <p:spPr>
          <a:xfrm>
            <a:off x="6556248" y="38221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77" name="Shape 1275"/>
          <p:cNvSpPr/>
          <p:nvPr/>
        </p:nvSpPr>
        <p:spPr>
          <a:xfrm>
            <a:off x="6675120" y="38221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78" name="Shape 1276"/>
          <p:cNvSpPr/>
          <p:nvPr/>
        </p:nvSpPr>
        <p:spPr>
          <a:xfrm>
            <a:off x="6793992" y="38221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79" name="Shape 1277"/>
          <p:cNvSpPr/>
          <p:nvPr/>
        </p:nvSpPr>
        <p:spPr>
          <a:xfrm>
            <a:off x="6912864" y="38221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80" name="Shape 1278"/>
          <p:cNvSpPr/>
          <p:nvPr/>
        </p:nvSpPr>
        <p:spPr>
          <a:xfrm>
            <a:off x="7031736" y="38221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81" name="Shape 1279"/>
          <p:cNvSpPr/>
          <p:nvPr/>
        </p:nvSpPr>
        <p:spPr>
          <a:xfrm>
            <a:off x="7150608" y="38221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82" name="Shape 1280"/>
          <p:cNvSpPr/>
          <p:nvPr/>
        </p:nvSpPr>
        <p:spPr>
          <a:xfrm>
            <a:off x="7269480" y="38221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83" name="Shape 1281"/>
          <p:cNvSpPr/>
          <p:nvPr/>
        </p:nvSpPr>
        <p:spPr>
          <a:xfrm>
            <a:off x="7388352" y="38221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84" name="Shape 1282"/>
          <p:cNvSpPr/>
          <p:nvPr/>
        </p:nvSpPr>
        <p:spPr>
          <a:xfrm>
            <a:off x="7507224" y="38221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85" name="Shape 1283"/>
          <p:cNvSpPr/>
          <p:nvPr/>
        </p:nvSpPr>
        <p:spPr>
          <a:xfrm>
            <a:off x="7626096" y="38221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86" name="Shape 1284"/>
          <p:cNvSpPr/>
          <p:nvPr/>
        </p:nvSpPr>
        <p:spPr>
          <a:xfrm>
            <a:off x="7744968" y="38221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87" name="Shape 1285"/>
          <p:cNvSpPr/>
          <p:nvPr/>
        </p:nvSpPr>
        <p:spPr>
          <a:xfrm>
            <a:off x="7863840" y="38221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88" name="Shape 1286"/>
          <p:cNvSpPr/>
          <p:nvPr/>
        </p:nvSpPr>
        <p:spPr>
          <a:xfrm>
            <a:off x="7982712" y="38221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89" name="Shape 1287"/>
          <p:cNvSpPr/>
          <p:nvPr/>
        </p:nvSpPr>
        <p:spPr>
          <a:xfrm>
            <a:off x="8101584" y="38221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0" name="Shape 1288"/>
          <p:cNvSpPr/>
          <p:nvPr/>
        </p:nvSpPr>
        <p:spPr>
          <a:xfrm>
            <a:off x="8220456" y="38221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1" name="Shape 1289"/>
          <p:cNvSpPr/>
          <p:nvPr/>
        </p:nvSpPr>
        <p:spPr>
          <a:xfrm>
            <a:off x="8339328" y="38221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2" name="Shape 1290"/>
          <p:cNvSpPr/>
          <p:nvPr/>
        </p:nvSpPr>
        <p:spPr>
          <a:xfrm>
            <a:off x="8458200" y="38221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3" name="Shape 1291"/>
          <p:cNvSpPr/>
          <p:nvPr/>
        </p:nvSpPr>
        <p:spPr>
          <a:xfrm>
            <a:off x="8577072" y="38221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4" name="Shape 1292"/>
          <p:cNvSpPr/>
          <p:nvPr/>
        </p:nvSpPr>
        <p:spPr>
          <a:xfrm>
            <a:off x="8695944" y="38221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5" name="Shape 1293"/>
          <p:cNvSpPr/>
          <p:nvPr/>
        </p:nvSpPr>
        <p:spPr>
          <a:xfrm>
            <a:off x="8814816" y="38221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6" name="Shape 1294"/>
          <p:cNvSpPr/>
          <p:nvPr/>
        </p:nvSpPr>
        <p:spPr>
          <a:xfrm>
            <a:off x="8933688" y="38221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7" name="Shape 1295"/>
          <p:cNvSpPr/>
          <p:nvPr/>
        </p:nvSpPr>
        <p:spPr>
          <a:xfrm>
            <a:off x="9052560" y="38221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8" name="Shape 1296"/>
          <p:cNvSpPr/>
          <p:nvPr/>
        </p:nvSpPr>
        <p:spPr>
          <a:xfrm>
            <a:off x="9171432" y="38221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9" name="Shape 1297"/>
          <p:cNvSpPr/>
          <p:nvPr/>
        </p:nvSpPr>
        <p:spPr>
          <a:xfrm>
            <a:off x="9290304" y="38221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0" name="Shape 1298"/>
          <p:cNvSpPr/>
          <p:nvPr/>
        </p:nvSpPr>
        <p:spPr>
          <a:xfrm>
            <a:off x="9409176" y="38221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1" name="Shape 1299"/>
          <p:cNvSpPr/>
          <p:nvPr/>
        </p:nvSpPr>
        <p:spPr>
          <a:xfrm>
            <a:off x="9528048" y="38221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2" name="Shape 1300"/>
          <p:cNvSpPr/>
          <p:nvPr/>
        </p:nvSpPr>
        <p:spPr>
          <a:xfrm>
            <a:off x="9646920" y="38221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3" name="Shape 1301"/>
          <p:cNvSpPr/>
          <p:nvPr/>
        </p:nvSpPr>
        <p:spPr>
          <a:xfrm>
            <a:off x="9765792" y="3822192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4" name="Shape 1302"/>
          <p:cNvSpPr/>
          <p:nvPr/>
        </p:nvSpPr>
        <p:spPr>
          <a:xfrm>
            <a:off x="4892040" y="39410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5" name="Shape 1303"/>
          <p:cNvSpPr/>
          <p:nvPr/>
        </p:nvSpPr>
        <p:spPr>
          <a:xfrm>
            <a:off x="5010912" y="39410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6" name="Shape 1304"/>
          <p:cNvSpPr/>
          <p:nvPr/>
        </p:nvSpPr>
        <p:spPr>
          <a:xfrm>
            <a:off x="5129784" y="39410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7" name="Shape 1305"/>
          <p:cNvSpPr/>
          <p:nvPr/>
        </p:nvSpPr>
        <p:spPr>
          <a:xfrm>
            <a:off x="5248656" y="39410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8" name="Shape 1306"/>
          <p:cNvSpPr/>
          <p:nvPr/>
        </p:nvSpPr>
        <p:spPr>
          <a:xfrm>
            <a:off x="5367528" y="39410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9" name="Shape 1307"/>
          <p:cNvSpPr/>
          <p:nvPr/>
        </p:nvSpPr>
        <p:spPr>
          <a:xfrm>
            <a:off x="5486400" y="39410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10" name="Shape 1308"/>
          <p:cNvSpPr/>
          <p:nvPr/>
        </p:nvSpPr>
        <p:spPr>
          <a:xfrm>
            <a:off x="5605272" y="39410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11" name="Shape 1309"/>
          <p:cNvSpPr/>
          <p:nvPr/>
        </p:nvSpPr>
        <p:spPr>
          <a:xfrm>
            <a:off x="5724144" y="39410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12" name="Shape 1310"/>
          <p:cNvSpPr/>
          <p:nvPr/>
        </p:nvSpPr>
        <p:spPr>
          <a:xfrm>
            <a:off x="5843016" y="39410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13" name="Shape 1311"/>
          <p:cNvSpPr/>
          <p:nvPr/>
        </p:nvSpPr>
        <p:spPr>
          <a:xfrm>
            <a:off x="5961888" y="39410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14" name="Shape 1312"/>
          <p:cNvSpPr/>
          <p:nvPr/>
        </p:nvSpPr>
        <p:spPr>
          <a:xfrm>
            <a:off x="6080760" y="39410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15" name="Shape 1313"/>
          <p:cNvSpPr/>
          <p:nvPr/>
        </p:nvSpPr>
        <p:spPr>
          <a:xfrm>
            <a:off x="6199632" y="39410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16" name="Shape 1314"/>
          <p:cNvSpPr/>
          <p:nvPr/>
        </p:nvSpPr>
        <p:spPr>
          <a:xfrm>
            <a:off x="6318504" y="39410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17" name="Shape 1315"/>
          <p:cNvSpPr/>
          <p:nvPr/>
        </p:nvSpPr>
        <p:spPr>
          <a:xfrm>
            <a:off x="6437376" y="39410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18" name="Shape 1316"/>
          <p:cNvSpPr/>
          <p:nvPr/>
        </p:nvSpPr>
        <p:spPr>
          <a:xfrm>
            <a:off x="6556248" y="39410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19" name="Shape 1317"/>
          <p:cNvSpPr/>
          <p:nvPr/>
        </p:nvSpPr>
        <p:spPr>
          <a:xfrm>
            <a:off x="6675120" y="39410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20" name="Shape 1318"/>
          <p:cNvSpPr/>
          <p:nvPr/>
        </p:nvSpPr>
        <p:spPr>
          <a:xfrm>
            <a:off x="6793992" y="39410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21" name="Shape 1319"/>
          <p:cNvSpPr/>
          <p:nvPr/>
        </p:nvSpPr>
        <p:spPr>
          <a:xfrm>
            <a:off x="6912864" y="39410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22" name="Shape 1320"/>
          <p:cNvSpPr/>
          <p:nvPr/>
        </p:nvSpPr>
        <p:spPr>
          <a:xfrm>
            <a:off x="7031736" y="39410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23" name="Shape 1321"/>
          <p:cNvSpPr/>
          <p:nvPr/>
        </p:nvSpPr>
        <p:spPr>
          <a:xfrm>
            <a:off x="7150608" y="39410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24" name="Shape 1322"/>
          <p:cNvSpPr/>
          <p:nvPr/>
        </p:nvSpPr>
        <p:spPr>
          <a:xfrm>
            <a:off x="7269480" y="39410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25" name="Shape 1323"/>
          <p:cNvSpPr/>
          <p:nvPr/>
        </p:nvSpPr>
        <p:spPr>
          <a:xfrm>
            <a:off x="7388352" y="39410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26" name="Shape 1324"/>
          <p:cNvSpPr/>
          <p:nvPr/>
        </p:nvSpPr>
        <p:spPr>
          <a:xfrm>
            <a:off x="7507224" y="39410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27" name="Shape 1325"/>
          <p:cNvSpPr/>
          <p:nvPr/>
        </p:nvSpPr>
        <p:spPr>
          <a:xfrm>
            <a:off x="7626096" y="39410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28" name="Shape 1326"/>
          <p:cNvSpPr/>
          <p:nvPr/>
        </p:nvSpPr>
        <p:spPr>
          <a:xfrm>
            <a:off x="7744968" y="39410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29" name="Shape 1327"/>
          <p:cNvSpPr/>
          <p:nvPr/>
        </p:nvSpPr>
        <p:spPr>
          <a:xfrm>
            <a:off x="7863840" y="39410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30" name="Shape 1328"/>
          <p:cNvSpPr/>
          <p:nvPr/>
        </p:nvSpPr>
        <p:spPr>
          <a:xfrm>
            <a:off x="7982712" y="39410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31" name="Shape 1329"/>
          <p:cNvSpPr/>
          <p:nvPr/>
        </p:nvSpPr>
        <p:spPr>
          <a:xfrm>
            <a:off x="8101584" y="39410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32" name="Shape 1330"/>
          <p:cNvSpPr/>
          <p:nvPr/>
        </p:nvSpPr>
        <p:spPr>
          <a:xfrm>
            <a:off x="8220456" y="39410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33" name="Shape 1331"/>
          <p:cNvSpPr/>
          <p:nvPr/>
        </p:nvSpPr>
        <p:spPr>
          <a:xfrm>
            <a:off x="8339328" y="39410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34" name="Shape 1332"/>
          <p:cNvSpPr/>
          <p:nvPr/>
        </p:nvSpPr>
        <p:spPr>
          <a:xfrm>
            <a:off x="8458200" y="39410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35" name="Shape 1333"/>
          <p:cNvSpPr/>
          <p:nvPr/>
        </p:nvSpPr>
        <p:spPr>
          <a:xfrm>
            <a:off x="8577072" y="39410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36" name="Shape 1334"/>
          <p:cNvSpPr/>
          <p:nvPr/>
        </p:nvSpPr>
        <p:spPr>
          <a:xfrm>
            <a:off x="8695944" y="39410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37" name="Shape 1335"/>
          <p:cNvSpPr/>
          <p:nvPr/>
        </p:nvSpPr>
        <p:spPr>
          <a:xfrm>
            <a:off x="8814816" y="39410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38" name="Shape 1336"/>
          <p:cNvSpPr/>
          <p:nvPr/>
        </p:nvSpPr>
        <p:spPr>
          <a:xfrm>
            <a:off x="8933688" y="39410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39" name="Shape 1337"/>
          <p:cNvSpPr/>
          <p:nvPr/>
        </p:nvSpPr>
        <p:spPr>
          <a:xfrm>
            <a:off x="9052560" y="39410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40" name="Shape 1338"/>
          <p:cNvSpPr/>
          <p:nvPr/>
        </p:nvSpPr>
        <p:spPr>
          <a:xfrm>
            <a:off x="9171432" y="39410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41" name="Shape 1339"/>
          <p:cNvSpPr/>
          <p:nvPr/>
        </p:nvSpPr>
        <p:spPr>
          <a:xfrm>
            <a:off x="9290304" y="39410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42" name="Shape 1340"/>
          <p:cNvSpPr/>
          <p:nvPr/>
        </p:nvSpPr>
        <p:spPr>
          <a:xfrm>
            <a:off x="9409176" y="39410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43" name="Shape 1341"/>
          <p:cNvSpPr/>
          <p:nvPr/>
        </p:nvSpPr>
        <p:spPr>
          <a:xfrm>
            <a:off x="9528048" y="39410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44" name="Shape 1342"/>
          <p:cNvSpPr/>
          <p:nvPr/>
        </p:nvSpPr>
        <p:spPr>
          <a:xfrm>
            <a:off x="9646920" y="39410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45" name="Shape 1343"/>
          <p:cNvSpPr/>
          <p:nvPr/>
        </p:nvSpPr>
        <p:spPr>
          <a:xfrm>
            <a:off x="9765792" y="3941064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46" name="Shape 1344"/>
          <p:cNvSpPr/>
          <p:nvPr/>
        </p:nvSpPr>
        <p:spPr>
          <a:xfrm>
            <a:off x="4892040" y="40599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47" name="Shape 1345"/>
          <p:cNvSpPr/>
          <p:nvPr/>
        </p:nvSpPr>
        <p:spPr>
          <a:xfrm>
            <a:off x="5010912" y="40599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48" name="Shape 1346"/>
          <p:cNvSpPr/>
          <p:nvPr/>
        </p:nvSpPr>
        <p:spPr>
          <a:xfrm>
            <a:off x="5129784" y="40599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49" name="Shape 1347"/>
          <p:cNvSpPr/>
          <p:nvPr/>
        </p:nvSpPr>
        <p:spPr>
          <a:xfrm>
            <a:off x="5248656" y="40599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50" name="Shape 1348"/>
          <p:cNvSpPr/>
          <p:nvPr/>
        </p:nvSpPr>
        <p:spPr>
          <a:xfrm>
            <a:off x="5367528" y="40599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51" name="Shape 1349"/>
          <p:cNvSpPr/>
          <p:nvPr/>
        </p:nvSpPr>
        <p:spPr>
          <a:xfrm>
            <a:off x="5486400" y="40599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52" name="Shape 1350"/>
          <p:cNvSpPr/>
          <p:nvPr/>
        </p:nvSpPr>
        <p:spPr>
          <a:xfrm>
            <a:off x="5605272" y="40599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53" name="Shape 1351"/>
          <p:cNvSpPr/>
          <p:nvPr/>
        </p:nvSpPr>
        <p:spPr>
          <a:xfrm>
            <a:off x="5724144" y="40599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54" name="Shape 1352"/>
          <p:cNvSpPr/>
          <p:nvPr/>
        </p:nvSpPr>
        <p:spPr>
          <a:xfrm>
            <a:off x="5843016" y="40599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55" name="Shape 1353"/>
          <p:cNvSpPr/>
          <p:nvPr/>
        </p:nvSpPr>
        <p:spPr>
          <a:xfrm>
            <a:off x="5961888" y="40599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56" name="Shape 1354"/>
          <p:cNvSpPr/>
          <p:nvPr/>
        </p:nvSpPr>
        <p:spPr>
          <a:xfrm>
            <a:off x="6080760" y="40599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57" name="Shape 1355"/>
          <p:cNvSpPr/>
          <p:nvPr/>
        </p:nvSpPr>
        <p:spPr>
          <a:xfrm>
            <a:off x="6199632" y="40599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58" name="Shape 1356"/>
          <p:cNvSpPr/>
          <p:nvPr/>
        </p:nvSpPr>
        <p:spPr>
          <a:xfrm>
            <a:off x="6318504" y="40599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59" name="Shape 1357"/>
          <p:cNvSpPr/>
          <p:nvPr/>
        </p:nvSpPr>
        <p:spPr>
          <a:xfrm>
            <a:off x="6437376" y="40599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60" name="Shape 1358"/>
          <p:cNvSpPr/>
          <p:nvPr/>
        </p:nvSpPr>
        <p:spPr>
          <a:xfrm>
            <a:off x="6556248" y="40599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61" name="Shape 1359"/>
          <p:cNvSpPr/>
          <p:nvPr/>
        </p:nvSpPr>
        <p:spPr>
          <a:xfrm>
            <a:off x="6675120" y="40599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62" name="Shape 1360"/>
          <p:cNvSpPr/>
          <p:nvPr/>
        </p:nvSpPr>
        <p:spPr>
          <a:xfrm>
            <a:off x="6793992" y="40599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63" name="Shape 1361"/>
          <p:cNvSpPr/>
          <p:nvPr/>
        </p:nvSpPr>
        <p:spPr>
          <a:xfrm>
            <a:off x="6912864" y="40599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64" name="Shape 1362"/>
          <p:cNvSpPr/>
          <p:nvPr/>
        </p:nvSpPr>
        <p:spPr>
          <a:xfrm>
            <a:off x="7031736" y="40599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65" name="Shape 1363"/>
          <p:cNvSpPr/>
          <p:nvPr/>
        </p:nvSpPr>
        <p:spPr>
          <a:xfrm>
            <a:off x="7150608" y="40599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66" name="Shape 1364"/>
          <p:cNvSpPr/>
          <p:nvPr/>
        </p:nvSpPr>
        <p:spPr>
          <a:xfrm>
            <a:off x="7269480" y="40599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67" name="Shape 1365"/>
          <p:cNvSpPr/>
          <p:nvPr/>
        </p:nvSpPr>
        <p:spPr>
          <a:xfrm>
            <a:off x="7388352" y="40599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68" name="Shape 1366"/>
          <p:cNvSpPr/>
          <p:nvPr/>
        </p:nvSpPr>
        <p:spPr>
          <a:xfrm>
            <a:off x="7507224" y="40599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69" name="Shape 1367"/>
          <p:cNvSpPr/>
          <p:nvPr/>
        </p:nvSpPr>
        <p:spPr>
          <a:xfrm>
            <a:off x="7626096" y="40599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70" name="Shape 1368"/>
          <p:cNvSpPr/>
          <p:nvPr/>
        </p:nvSpPr>
        <p:spPr>
          <a:xfrm>
            <a:off x="7744968" y="40599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71" name="Shape 1369"/>
          <p:cNvSpPr/>
          <p:nvPr/>
        </p:nvSpPr>
        <p:spPr>
          <a:xfrm>
            <a:off x="7863840" y="40599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72" name="Shape 1370"/>
          <p:cNvSpPr/>
          <p:nvPr/>
        </p:nvSpPr>
        <p:spPr>
          <a:xfrm>
            <a:off x="7982712" y="40599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73" name="Shape 1371"/>
          <p:cNvSpPr/>
          <p:nvPr/>
        </p:nvSpPr>
        <p:spPr>
          <a:xfrm>
            <a:off x="8101584" y="40599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74" name="Shape 1372"/>
          <p:cNvSpPr/>
          <p:nvPr/>
        </p:nvSpPr>
        <p:spPr>
          <a:xfrm>
            <a:off x="8220456" y="40599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75" name="Shape 1373"/>
          <p:cNvSpPr/>
          <p:nvPr/>
        </p:nvSpPr>
        <p:spPr>
          <a:xfrm>
            <a:off x="8339328" y="40599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76" name="Shape 1374"/>
          <p:cNvSpPr/>
          <p:nvPr/>
        </p:nvSpPr>
        <p:spPr>
          <a:xfrm>
            <a:off x="8458200" y="40599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77" name="Shape 1375"/>
          <p:cNvSpPr/>
          <p:nvPr/>
        </p:nvSpPr>
        <p:spPr>
          <a:xfrm>
            <a:off x="8577072" y="40599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78" name="Shape 1376"/>
          <p:cNvSpPr/>
          <p:nvPr/>
        </p:nvSpPr>
        <p:spPr>
          <a:xfrm>
            <a:off x="8695944" y="40599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79" name="Shape 1377"/>
          <p:cNvSpPr/>
          <p:nvPr/>
        </p:nvSpPr>
        <p:spPr>
          <a:xfrm>
            <a:off x="8814816" y="40599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80" name="Shape 1378"/>
          <p:cNvSpPr/>
          <p:nvPr/>
        </p:nvSpPr>
        <p:spPr>
          <a:xfrm>
            <a:off x="8933688" y="40599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81" name="Shape 1379"/>
          <p:cNvSpPr/>
          <p:nvPr/>
        </p:nvSpPr>
        <p:spPr>
          <a:xfrm>
            <a:off x="9052560" y="40599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82" name="Shape 1380"/>
          <p:cNvSpPr/>
          <p:nvPr/>
        </p:nvSpPr>
        <p:spPr>
          <a:xfrm>
            <a:off x="9171432" y="40599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83" name="Shape 1381"/>
          <p:cNvSpPr/>
          <p:nvPr/>
        </p:nvSpPr>
        <p:spPr>
          <a:xfrm>
            <a:off x="9290304" y="40599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84" name="Shape 1382"/>
          <p:cNvSpPr/>
          <p:nvPr/>
        </p:nvSpPr>
        <p:spPr>
          <a:xfrm>
            <a:off x="9409176" y="40599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85" name="Shape 1383"/>
          <p:cNvSpPr/>
          <p:nvPr/>
        </p:nvSpPr>
        <p:spPr>
          <a:xfrm>
            <a:off x="9528048" y="40599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86" name="Shape 1384"/>
          <p:cNvSpPr/>
          <p:nvPr/>
        </p:nvSpPr>
        <p:spPr>
          <a:xfrm>
            <a:off x="9646920" y="40599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87" name="Shape 1385"/>
          <p:cNvSpPr/>
          <p:nvPr/>
        </p:nvSpPr>
        <p:spPr>
          <a:xfrm>
            <a:off x="9765792" y="4059936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88" name="Shape 1386"/>
          <p:cNvSpPr/>
          <p:nvPr/>
        </p:nvSpPr>
        <p:spPr>
          <a:xfrm>
            <a:off x="4892040" y="41788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89" name="Shape 1387"/>
          <p:cNvSpPr/>
          <p:nvPr/>
        </p:nvSpPr>
        <p:spPr>
          <a:xfrm>
            <a:off x="5010912" y="41788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90" name="Shape 1388"/>
          <p:cNvSpPr/>
          <p:nvPr/>
        </p:nvSpPr>
        <p:spPr>
          <a:xfrm>
            <a:off x="5129784" y="41788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91" name="Shape 1389"/>
          <p:cNvSpPr/>
          <p:nvPr/>
        </p:nvSpPr>
        <p:spPr>
          <a:xfrm>
            <a:off x="5248656" y="41788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92" name="Shape 1390"/>
          <p:cNvSpPr/>
          <p:nvPr/>
        </p:nvSpPr>
        <p:spPr>
          <a:xfrm>
            <a:off x="5367528" y="41788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93" name="Shape 1391"/>
          <p:cNvSpPr/>
          <p:nvPr/>
        </p:nvSpPr>
        <p:spPr>
          <a:xfrm>
            <a:off x="5486400" y="41788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94" name="Shape 1392"/>
          <p:cNvSpPr/>
          <p:nvPr/>
        </p:nvSpPr>
        <p:spPr>
          <a:xfrm>
            <a:off x="5605272" y="41788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95" name="Shape 1393"/>
          <p:cNvSpPr/>
          <p:nvPr/>
        </p:nvSpPr>
        <p:spPr>
          <a:xfrm>
            <a:off x="5724144" y="41788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96" name="Shape 1394"/>
          <p:cNvSpPr/>
          <p:nvPr/>
        </p:nvSpPr>
        <p:spPr>
          <a:xfrm>
            <a:off x="5843016" y="41788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97" name="Shape 1395"/>
          <p:cNvSpPr/>
          <p:nvPr/>
        </p:nvSpPr>
        <p:spPr>
          <a:xfrm>
            <a:off x="5961888" y="41788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98" name="Shape 1396"/>
          <p:cNvSpPr/>
          <p:nvPr/>
        </p:nvSpPr>
        <p:spPr>
          <a:xfrm>
            <a:off x="6080760" y="41788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99" name="Shape 1397"/>
          <p:cNvSpPr/>
          <p:nvPr/>
        </p:nvSpPr>
        <p:spPr>
          <a:xfrm>
            <a:off x="6199632" y="41788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00" name="Shape 1398"/>
          <p:cNvSpPr/>
          <p:nvPr/>
        </p:nvSpPr>
        <p:spPr>
          <a:xfrm>
            <a:off x="6318504" y="41788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01" name="Shape 1399"/>
          <p:cNvSpPr/>
          <p:nvPr/>
        </p:nvSpPr>
        <p:spPr>
          <a:xfrm>
            <a:off x="6437376" y="41788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02" name="Shape 1400"/>
          <p:cNvSpPr/>
          <p:nvPr/>
        </p:nvSpPr>
        <p:spPr>
          <a:xfrm>
            <a:off x="6556248" y="41788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03" name="Shape 1401"/>
          <p:cNvSpPr/>
          <p:nvPr/>
        </p:nvSpPr>
        <p:spPr>
          <a:xfrm>
            <a:off x="6675120" y="41788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04" name="Shape 1402"/>
          <p:cNvSpPr/>
          <p:nvPr/>
        </p:nvSpPr>
        <p:spPr>
          <a:xfrm>
            <a:off x="6793992" y="41788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05" name="Shape 1403"/>
          <p:cNvSpPr/>
          <p:nvPr/>
        </p:nvSpPr>
        <p:spPr>
          <a:xfrm>
            <a:off x="6912864" y="41788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06" name="Shape 1404"/>
          <p:cNvSpPr/>
          <p:nvPr/>
        </p:nvSpPr>
        <p:spPr>
          <a:xfrm>
            <a:off x="7031736" y="41788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07" name="Shape 1405"/>
          <p:cNvSpPr/>
          <p:nvPr/>
        </p:nvSpPr>
        <p:spPr>
          <a:xfrm>
            <a:off x="7150608" y="41788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08" name="Shape 1406"/>
          <p:cNvSpPr/>
          <p:nvPr/>
        </p:nvSpPr>
        <p:spPr>
          <a:xfrm>
            <a:off x="7269480" y="41788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09" name="Shape 1407"/>
          <p:cNvSpPr/>
          <p:nvPr/>
        </p:nvSpPr>
        <p:spPr>
          <a:xfrm>
            <a:off x="7388352" y="41788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10" name="Shape 1408"/>
          <p:cNvSpPr/>
          <p:nvPr/>
        </p:nvSpPr>
        <p:spPr>
          <a:xfrm>
            <a:off x="7507224" y="41788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11" name="Shape 1409"/>
          <p:cNvSpPr/>
          <p:nvPr/>
        </p:nvSpPr>
        <p:spPr>
          <a:xfrm>
            <a:off x="7626096" y="41788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12" name="Shape 1410"/>
          <p:cNvSpPr/>
          <p:nvPr/>
        </p:nvSpPr>
        <p:spPr>
          <a:xfrm>
            <a:off x="7744968" y="41788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13" name="Shape 1411"/>
          <p:cNvSpPr/>
          <p:nvPr/>
        </p:nvSpPr>
        <p:spPr>
          <a:xfrm>
            <a:off x="7863840" y="41788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14" name="Shape 1412"/>
          <p:cNvSpPr/>
          <p:nvPr/>
        </p:nvSpPr>
        <p:spPr>
          <a:xfrm>
            <a:off x="7982712" y="41788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15" name="Shape 1413"/>
          <p:cNvSpPr/>
          <p:nvPr/>
        </p:nvSpPr>
        <p:spPr>
          <a:xfrm>
            <a:off x="8101584" y="41788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16" name="Shape 1414"/>
          <p:cNvSpPr/>
          <p:nvPr/>
        </p:nvSpPr>
        <p:spPr>
          <a:xfrm>
            <a:off x="8220456" y="41788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17" name="Shape 1415"/>
          <p:cNvSpPr/>
          <p:nvPr/>
        </p:nvSpPr>
        <p:spPr>
          <a:xfrm>
            <a:off x="8339328" y="41788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18" name="Shape 1416"/>
          <p:cNvSpPr/>
          <p:nvPr/>
        </p:nvSpPr>
        <p:spPr>
          <a:xfrm>
            <a:off x="8458200" y="41788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19" name="Shape 1417"/>
          <p:cNvSpPr/>
          <p:nvPr/>
        </p:nvSpPr>
        <p:spPr>
          <a:xfrm>
            <a:off x="8577072" y="41788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20" name="Shape 1418"/>
          <p:cNvSpPr/>
          <p:nvPr/>
        </p:nvSpPr>
        <p:spPr>
          <a:xfrm>
            <a:off x="8695944" y="41788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21" name="Shape 1419"/>
          <p:cNvSpPr/>
          <p:nvPr/>
        </p:nvSpPr>
        <p:spPr>
          <a:xfrm>
            <a:off x="8814816" y="41788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22" name="Shape 1420"/>
          <p:cNvSpPr/>
          <p:nvPr/>
        </p:nvSpPr>
        <p:spPr>
          <a:xfrm>
            <a:off x="8933688" y="41788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23" name="Shape 1421"/>
          <p:cNvSpPr/>
          <p:nvPr/>
        </p:nvSpPr>
        <p:spPr>
          <a:xfrm>
            <a:off x="9052560" y="41788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24" name="Shape 1422"/>
          <p:cNvSpPr/>
          <p:nvPr/>
        </p:nvSpPr>
        <p:spPr>
          <a:xfrm>
            <a:off x="9171432" y="41788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25" name="Shape 1423"/>
          <p:cNvSpPr/>
          <p:nvPr/>
        </p:nvSpPr>
        <p:spPr>
          <a:xfrm>
            <a:off x="9290304" y="41788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26" name="Shape 1424"/>
          <p:cNvSpPr/>
          <p:nvPr/>
        </p:nvSpPr>
        <p:spPr>
          <a:xfrm>
            <a:off x="9409176" y="41788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27" name="Shape 1425"/>
          <p:cNvSpPr/>
          <p:nvPr/>
        </p:nvSpPr>
        <p:spPr>
          <a:xfrm>
            <a:off x="9528048" y="41788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28" name="Shape 1426"/>
          <p:cNvSpPr/>
          <p:nvPr/>
        </p:nvSpPr>
        <p:spPr>
          <a:xfrm>
            <a:off x="9646920" y="41788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29" name="Shape 1427"/>
          <p:cNvSpPr/>
          <p:nvPr/>
        </p:nvSpPr>
        <p:spPr>
          <a:xfrm>
            <a:off x="9765792" y="4178808"/>
            <a:ext cx="23774" cy="23774"/>
          </a:xfrm>
          <a:prstGeom prst="rect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30" name="Text 1428"/>
          <p:cNvSpPr txBox="1"/>
          <p:nvPr/>
        </p:nvSpPr>
        <p:spPr>
          <a:xfrm>
            <a:off x="621792" y="39319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GOHOTEL · GRADUATION PROJECT / SWISS IKB</a:t>
            </a:r>
            <a:endParaRPr lang="en-US" sz="750" dirty="0"/>
          </a:p>
        </p:txBody>
      </p:sp>
      <p:sp>
        <p:nvSpPr>
          <p:cNvPr id="1431" name="Text 1429"/>
          <p:cNvSpPr txBox="1"/>
          <p:nvPr/>
        </p:nvSpPr>
        <p:spPr>
          <a:xfrm>
            <a:off x="9875520" y="3931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 · 26.05.25 · 01 / 24</a:t>
            </a:r>
            <a:endParaRPr lang="en-US" sz="750" dirty="0"/>
          </a:p>
        </p:txBody>
      </p:sp>
      <p:sp>
        <p:nvSpPr>
          <p:cNvPr id="1432" name="Text 1430"/>
          <p:cNvSpPr txBox="1"/>
          <p:nvPr/>
        </p:nvSpPr>
        <p:spPr>
          <a:xfrm>
            <a:off x="621792" y="941832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 · HYBRID RECOMMENDATION · HOTEL BOOKING</a:t>
            </a:r>
            <a:endParaRPr lang="en-US" sz="760" dirty="0"/>
          </a:p>
        </p:txBody>
      </p:sp>
      <p:sp>
        <p:nvSpPr>
          <p:cNvPr id="1433" name="Text 1431"/>
          <p:cNvSpPr txBox="1"/>
          <p:nvPr/>
        </p:nvSpPr>
        <p:spPr>
          <a:xfrm>
            <a:off x="603504" y="2322576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00" dirty="0">
                <a:solidFill>
                  <a:srgbClr val="FFFFFF"/>
                </a:solidFill>
                <a:latin typeface="Microsoft YaHei UI Light" pitchFamily="34" charset="0"/>
                <a:ea typeface="Microsoft YaHei UI Light" pitchFamily="34" charset="-122"/>
                <a:cs typeface="Microsoft YaHei UI Light" pitchFamily="34" charset="-120"/>
              </a:rPr>
              <a:t>智能酒店客房</a:t>
            </a:r>
            <a:endParaRPr lang="en-US" sz="6900" dirty="0"/>
          </a:p>
        </p:txBody>
      </p:sp>
      <p:sp>
        <p:nvSpPr>
          <p:cNvPr id="1434" name="Text 1432"/>
          <p:cNvSpPr txBox="1"/>
          <p:nvPr/>
        </p:nvSpPr>
        <p:spPr>
          <a:xfrm>
            <a:off x="603504" y="3163824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00" dirty="0">
                <a:solidFill>
                  <a:srgbClr val="FFFFFF"/>
                </a:solidFill>
                <a:latin typeface="Microsoft YaHei UI Light" pitchFamily="34" charset="0"/>
                <a:ea typeface="Microsoft YaHei UI Light" pitchFamily="34" charset="-122"/>
                <a:cs typeface="Microsoft YaHei UI Light" pitchFamily="34" charset="-120"/>
              </a:rPr>
              <a:t>推荐与预约系统</a:t>
            </a:r>
            <a:endParaRPr lang="en-US" sz="6900" dirty="0"/>
          </a:p>
        </p:txBody>
      </p:sp>
      <p:sp>
        <p:nvSpPr>
          <p:cNvPr id="1435" name="Shape 1433"/>
          <p:cNvSpPr/>
          <p:nvPr/>
        </p:nvSpPr>
        <p:spPr>
          <a:xfrm>
            <a:off x="621792" y="5623560"/>
            <a:ext cx="11064240" cy="0"/>
          </a:xfrm>
          <a:prstGeom prst="line">
            <a:avLst/>
          </a:prstGeom>
          <a:noFill/>
          <a:ln w="4445">
            <a:solidFill>
              <a:srgbClr val="FFFFFF">
                <a:alpha val="44000"/>
              </a:srgbClr>
            </a:solidFill>
            <a:prstDash val="solid"/>
          </a:ln>
        </p:spPr>
      </p:sp>
      <p:sp>
        <p:nvSpPr>
          <p:cNvPr id="1436" name="Text 1434"/>
          <p:cNvSpPr txBox="1"/>
          <p:nvPr/>
        </p:nvSpPr>
        <p:spPr>
          <a:xfrm>
            <a:off x="621792" y="5806440"/>
            <a:ext cx="7406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基于 Go 语言、前后端分离架构与混合推荐算法，完成从住客选房、在线预约到后台接待、库存定价、房务工单的完整业务闭环。</a:t>
            </a:r>
            <a:endParaRPr lang="en-US" sz="1320" dirty="0"/>
          </a:p>
        </p:txBody>
      </p:sp>
      <p:sp>
        <p:nvSpPr>
          <p:cNvPr id="1437" name="Text 1435"/>
          <p:cNvSpPr txBox="1"/>
          <p:nvPr/>
        </p:nvSpPr>
        <p:spPr>
          <a:xfrm>
            <a:off x="621792" y="642823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3122160125 · 张奕琛 · 赣南科技学院</a:t>
            </a:r>
            <a:endParaRPr lang="en-US" sz="720" dirty="0"/>
          </a:p>
        </p:txBody>
      </p:sp>
      <p:sp>
        <p:nvSpPr>
          <p:cNvPr id="1438" name="Text 1436"/>
          <p:cNvSpPr txBox="1"/>
          <p:nvPr/>
        </p:nvSpPr>
        <p:spPr>
          <a:xfrm>
            <a:off x="10104120" y="63367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SWIPE / ARROW KEYS</a:t>
            </a:r>
            <a:endParaRPr lang="en-US" sz="650" dirty="0"/>
          </a:p>
        </p:txBody>
      </p:sp>
      <p:sp>
        <p:nvSpPr>
          <p:cNvPr id="1439" name="Text 1437"/>
          <p:cNvSpPr txBox="1"/>
          <p:nvPr/>
        </p:nvSpPr>
        <p:spPr>
          <a:xfrm>
            <a:off x="9802368" y="6510528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← → 翻页 · B 动态 · ESC 索引</a:t>
            </a:r>
            <a:endParaRPr lang="en-US" sz="700" dirty="0"/>
          </a:p>
        </p:txBody>
      </p:sp>
      <p:sp>
        <p:nvSpPr>
          <p:cNvPr id="1440" name="Shape 1438"/>
          <p:cNvSpPr/>
          <p:nvPr/>
        </p:nvSpPr>
        <p:spPr>
          <a:xfrm>
            <a:off x="4892040" y="6647688"/>
            <a:ext cx="41148" cy="411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41" name="Shape 1439"/>
          <p:cNvSpPr/>
          <p:nvPr/>
        </p:nvSpPr>
        <p:spPr>
          <a:xfrm>
            <a:off x="5010912" y="6647688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42" name="Shape 1440"/>
          <p:cNvSpPr/>
          <p:nvPr/>
        </p:nvSpPr>
        <p:spPr>
          <a:xfrm>
            <a:off x="5129784" y="6647688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43" name="Shape 1441"/>
          <p:cNvSpPr/>
          <p:nvPr/>
        </p:nvSpPr>
        <p:spPr>
          <a:xfrm>
            <a:off x="5248656" y="6647688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44" name="Shape 1442"/>
          <p:cNvSpPr/>
          <p:nvPr/>
        </p:nvSpPr>
        <p:spPr>
          <a:xfrm>
            <a:off x="5367528" y="6647688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45" name="Shape 1443"/>
          <p:cNvSpPr/>
          <p:nvPr/>
        </p:nvSpPr>
        <p:spPr>
          <a:xfrm>
            <a:off x="5486400" y="6647688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46" name="Shape 1444"/>
          <p:cNvSpPr/>
          <p:nvPr/>
        </p:nvSpPr>
        <p:spPr>
          <a:xfrm>
            <a:off x="5605272" y="6647688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47" name="Shape 1445"/>
          <p:cNvSpPr/>
          <p:nvPr/>
        </p:nvSpPr>
        <p:spPr>
          <a:xfrm>
            <a:off x="5724144" y="6647688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48" name="Shape 1446"/>
          <p:cNvSpPr/>
          <p:nvPr/>
        </p:nvSpPr>
        <p:spPr>
          <a:xfrm>
            <a:off x="5843016" y="6647688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49" name="Shape 1447"/>
          <p:cNvSpPr/>
          <p:nvPr/>
        </p:nvSpPr>
        <p:spPr>
          <a:xfrm>
            <a:off x="5961888" y="6647688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50" name="Shape 1448"/>
          <p:cNvSpPr/>
          <p:nvPr/>
        </p:nvSpPr>
        <p:spPr>
          <a:xfrm>
            <a:off x="6080760" y="6647688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51" name="Shape 1449"/>
          <p:cNvSpPr/>
          <p:nvPr/>
        </p:nvSpPr>
        <p:spPr>
          <a:xfrm>
            <a:off x="6199632" y="6647688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52" name="Shape 1450"/>
          <p:cNvSpPr/>
          <p:nvPr/>
        </p:nvSpPr>
        <p:spPr>
          <a:xfrm>
            <a:off x="6318504" y="6647688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53" name="Shape 1451"/>
          <p:cNvSpPr/>
          <p:nvPr/>
        </p:nvSpPr>
        <p:spPr>
          <a:xfrm>
            <a:off x="6437376" y="6647688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54" name="Shape 1452"/>
          <p:cNvSpPr/>
          <p:nvPr/>
        </p:nvSpPr>
        <p:spPr>
          <a:xfrm>
            <a:off x="6556248" y="6647688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55" name="Shape 1453"/>
          <p:cNvSpPr/>
          <p:nvPr/>
        </p:nvSpPr>
        <p:spPr>
          <a:xfrm>
            <a:off x="6675120" y="6647688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56" name="Shape 1454"/>
          <p:cNvSpPr/>
          <p:nvPr/>
        </p:nvSpPr>
        <p:spPr>
          <a:xfrm>
            <a:off x="6793992" y="6647688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57" name="Shape 1455"/>
          <p:cNvSpPr/>
          <p:nvPr/>
        </p:nvSpPr>
        <p:spPr>
          <a:xfrm>
            <a:off x="6912864" y="6647688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58" name="Shape 1456"/>
          <p:cNvSpPr/>
          <p:nvPr/>
        </p:nvSpPr>
        <p:spPr>
          <a:xfrm>
            <a:off x="7031736" y="6647688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59" name="Shape 1457"/>
          <p:cNvSpPr/>
          <p:nvPr/>
        </p:nvSpPr>
        <p:spPr>
          <a:xfrm>
            <a:off x="7150608" y="6647688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60" name="Shape 1458"/>
          <p:cNvSpPr/>
          <p:nvPr/>
        </p:nvSpPr>
        <p:spPr>
          <a:xfrm>
            <a:off x="7269480" y="6647688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61" name="Shape 1459"/>
          <p:cNvSpPr/>
          <p:nvPr/>
        </p:nvSpPr>
        <p:spPr>
          <a:xfrm>
            <a:off x="7388352" y="6647688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62" name="Shape 1460"/>
          <p:cNvSpPr/>
          <p:nvPr/>
        </p:nvSpPr>
        <p:spPr>
          <a:xfrm>
            <a:off x="7507224" y="6647688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63" name="Shape 1461"/>
          <p:cNvSpPr/>
          <p:nvPr/>
        </p:nvSpPr>
        <p:spPr>
          <a:xfrm>
            <a:off x="7626096" y="6647688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accel="8000" decel="1800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2" decel="100000"/>
                                        <p:tgtEl>
                                          <p:spTgt spid="14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52" decel="100000" fill="hold"/>
                                        <p:tgtEl>
                                          <p:spTgt spid="14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52" decel="100000" fill="hold"/>
                                        <p:tgtEl>
                                          <p:spTgt spid="1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52" decel="100000" fill="hold"/>
                                        <p:tgtEl>
                                          <p:spTgt spid="1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0" presetClass="entr" presetSubtype="0" accel="8000" decel="18000" fill="hold" grpId="0" nodeType="withEffect">
                                  <p:stCondLst>
                                    <p:cond delay="14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2" decel="100000"/>
                                        <p:tgtEl>
                                          <p:spTgt spid="14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352" decel="100000" fill="hold"/>
                                        <p:tgtEl>
                                          <p:spTgt spid="14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52" decel="100000" fill="hold"/>
                                        <p:tgtEl>
                                          <p:spTgt spid="1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52" decel="100000" fill="hold"/>
                                        <p:tgtEl>
                                          <p:spTgt spid="1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30" presetClass="entr" presetSubtype="0" accel="8000" decel="1800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2" decel="100000"/>
                                        <p:tgtEl>
                                          <p:spTgt spid="14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352" decel="100000" fill="hold"/>
                                        <p:tgtEl>
                                          <p:spTgt spid="14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52" decel="100000" fill="hold"/>
                                        <p:tgtEl>
                                          <p:spTgt spid="1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52" decel="100000" fill="hold"/>
                                        <p:tgtEl>
                                          <p:spTgt spid="1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0" presetClass="entr" presetSubtype="0" accel="8000" decel="18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2" decel="100000"/>
                                        <p:tgtEl>
                                          <p:spTgt spid="14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352" decel="100000" fill="hold"/>
                                        <p:tgtEl>
                                          <p:spTgt spid="14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52" decel="100000" fill="hold"/>
                                        <p:tgtEl>
                                          <p:spTgt spid="1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52" decel="100000" fill="hold"/>
                                        <p:tgtEl>
                                          <p:spTgt spid="1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2" grpId="0" animBg="1"/>
      <p:bldP spid="1433" grpId="0" animBg="1"/>
      <p:bldP spid="1434" grpId="0" animBg="1"/>
      <p:bldP spid="143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 FRAMING · BUSINESS STATE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744200" y="32918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24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2344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8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酒店业务的难点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01168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42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不是订房。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621792" y="2907792"/>
            <a:ext cx="5376672" cy="804672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8096" y="3063240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6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而是状态同时正确。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537960" y="1234440"/>
            <a:ext cx="4160520" cy="0"/>
          </a:xfrm>
          <a:prstGeom prst="line">
            <a:avLst/>
          </a:prstGeom>
          <a:noFill/>
          <a:ln w="17780">
            <a:solidFill>
              <a:srgbClr val="5B7B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13716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37960" y="1929384"/>
            <a:ext cx="4160520" cy="0"/>
          </a:xfrm>
          <a:prstGeom prst="line">
            <a:avLst/>
          </a:prstGeom>
          <a:noFill/>
          <a:ln w="17780">
            <a:solidFill>
              <a:srgbClr val="73737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20665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37960" y="2624328"/>
            <a:ext cx="4160520" cy="0"/>
          </a:xfrm>
          <a:prstGeom prst="line">
            <a:avLst/>
          </a:prstGeom>
          <a:noFill/>
          <a:ln w="17780">
            <a:solidFill>
              <a:srgbClr val="73737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0" y="27614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37960" y="3319272"/>
            <a:ext cx="4160520" cy="0"/>
          </a:xfrm>
          <a:prstGeom prst="line">
            <a:avLst/>
          </a:prstGeom>
          <a:noFill/>
          <a:ln w="17780">
            <a:solidFill>
              <a:srgbClr val="73737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0" y="34564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37960" y="4014216"/>
            <a:ext cx="4160520" cy="0"/>
          </a:xfrm>
          <a:prstGeom prst="line">
            <a:avLst/>
          </a:prstGeom>
          <a:noFill/>
          <a:ln w="17780">
            <a:solidFill>
              <a:srgbClr val="73737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0" y="41513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housekeeping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" y="6272784"/>
            <a:ext cx="5120640" cy="0"/>
          </a:xfrm>
          <a:prstGeom prst="line">
            <a:avLst/>
          </a:prstGeom>
          <a:noFill/>
          <a:ln w="4445">
            <a:solidFill>
              <a:srgbClr val="FFFFFF">
                <a:alpha val="42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66928" y="643737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 STATE CONSISTENCY</a:t>
            </a:r>
            <a:endParaRPr lang="en-US" sz="680" dirty="0"/>
          </a:p>
        </p:txBody>
      </p:sp>
      <p:sp>
        <p:nvSpPr>
          <p:cNvPr id="20" name="Shape 18"/>
          <p:cNvSpPr/>
          <p:nvPr/>
        </p:nvSpPr>
        <p:spPr>
          <a:xfrm>
            <a:off x="5532120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50992" y="6565392"/>
            <a:ext cx="41148" cy="411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69864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88736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07608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45352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64224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83096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01968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20840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39712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58584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77456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96328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15200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34072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52944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71816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90688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909560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28432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47304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66176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802368" y="6446520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5B7B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← → 翻页 · B 动态 · ESC 索引</a:t>
            </a:r>
            <a:endParaRPr lang="en-US" sz="72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accel="8000" decel="1800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2" decel="10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52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52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52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14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0" presetClass="entr" presetSubtype="0" accel="8000" decel="1800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2" decel="100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352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52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52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30" presetClass="entr" presetSubtype="0" accel="8000" decel="1800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2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352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52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52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0" presetClass="entr" presetSubtype="0" accel="8000" decel="18000" fill="hold" grpId="0" nodeType="withEffect">
                                  <p:stCondLst>
                                    <p:cond delay="48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2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352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52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352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655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0" presetClass="entr" presetSubtype="0" accel="8000" decel="1800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2" decel="100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352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352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352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30" presetClass="entr" presetSubtype="0" accel="8000" decel="18000" fill="hold" grpId="0" nodeType="withEffect">
                                  <p:stCondLst>
                                    <p:cond delay="82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52" decel="100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352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52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352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0" presetClass="entr" presetSubtype="0" accel="8000" decel="18000" fill="hold" grpId="0" nodeType="withEffect">
                                  <p:stCondLst>
                                    <p:cond delay="995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52" decel="100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352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352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352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30" presetClass="entr" presetSubtype="0" accel="8000" decel="18000" fill="hold" grpId="0" nodeType="withEffect">
                                  <p:stCondLst>
                                    <p:cond delay="1165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52" decel="100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352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352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352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11" grpId="0" animBg="1"/>
      <p:bldP spid="13" grpId="0" animBg="1"/>
      <p:bldP spid="15" grpId="0" animBg="1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· WHY THIS SYSTEM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744200" y="32918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24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0241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353312"/>
            <a:ext cx="68580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400" dirty="0">
                <a:solidFill>
                  <a:srgbClr val="0A0A0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Now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76656" y="23317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中小型酒店需要一套统一的数据底座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58368" y="3017520"/>
            <a:ext cx="3200400" cy="2176272"/>
          </a:xfrm>
          <a:prstGeom prst="rect">
            <a:avLst/>
          </a:prstGeom>
          <a:solidFill>
            <a:srgbClr val="F0F0EE"/>
          </a:solidFill>
          <a:ln w="1270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3017520"/>
            <a:ext cx="3200400" cy="0"/>
          </a:xfrm>
          <a:prstGeom prst="line">
            <a:avLst/>
          </a:prstGeom>
          <a:noFill/>
          <a:ln w="20320">
            <a:solidFill>
              <a:srgbClr val="002FA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218688"/>
            <a:ext cx="2871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Guest Side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611880"/>
            <a:ext cx="287121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移动端完成查询、推荐、预约与订单查看</a:t>
            </a:r>
            <a:endParaRPr lang="en-US" sz="112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544982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2F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类角色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5788152"/>
            <a:ext cx="3154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住客、前台人员与运营管理员在同一套订单、房间和库存数据上协同。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4425696" y="3017520"/>
            <a:ext cx="3200400" cy="2176272"/>
          </a:xfrm>
          <a:prstGeom prst="rect">
            <a:avLst/>
          </a:prstGeom>
          <a:solidFill>
            <a:srgbClr val="F0F0EE"/>
          </a:solidFill>
          <a:ln w="1270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25696" y="3017520"/>
            <a:ext cx="3200400" cy="0"/>
          </a:xfrm>
          <a:prstGeom prst="line">
            <a:avLst/>
          </a:prstGeom>
          <a:noFill/>
          <a:ln w="20320">
            <a:solidFill>
              <a:srgbClr val="002FA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90288" y="3218688"/>
            <a:ext cx="2871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Operation Side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4590288" y="3611880"/>
            <a:ext cx="287121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前台、房务、库存与内容运营交叉发生</a:t>
            </a:r>
            <a:endParaRPr lang="en-US" sz="1120" dirty="0"/>
          </a:p>
        </p:txBody>
      </p:sp>
      <p:sp>
        <p:nvSpPr>
          <p:cNvPr id="17" name="Text 15"/>
          <p:cNvSpPr txBox="1"/>
          <p:nvPr/>
        </p:nvSpPr>
        <p:spPr>
          <a:xfrm>
            <a:off x="4425696" y="544982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2F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 条链路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4425696" y="5788152"/>
            <a:ext cx="3154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订单确认、入住退房、房态维护、清洁维修、价格策略和公告活动需要同步更新。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8193024" y="3017520"/>
            <a:ext cx="3200400" cy="2176272"/>
          </a:xfrm>
          <a:prstGeom prst="rect">
            <a:avLst/>
          </a:prstGeom>
          <a:solidFill>
            <a:srgbClr val="F0F0EE"/>
          </a:solidFill>
          <a:ln w="1270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93024" y="3017520"/>
            <a:ext cx="3200400" cy="0"/>
          </a:xfrm>
          <a:prstGeom prst="line">
            <a:avLst/>
          </a:prstGeom>
          <a:noFill/>
          <a:ln w="20320">
            <a:solidFill>
              <a:srgbClr val="002FA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57616" y="3218688"/>
            <a:ext cx="2871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Core Goal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8357616" y="3611880"/>
            <a:ext cx="287121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先跑通业务闭环，再加入可解释推荐</a:t>
            </a:r>
            <a:endParaRPr lang="en-US" sz="1120" dirty="0"/>
          </a:p>
        </p:txBody>
      </p:sp>
      <p:sp>
        <p:nvSpPr>
          <p:cNvPr id="23" name="Text 21"/>
          <p:cNvSpPr txBox="1"/>
          <p:nvPr/>
        </p:nvSpPr>
        <p:spPr>
          <a:xfrm>
            <a:off x="8193024" y="544982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2F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 个闭环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8193024" y="5788152"/>
            <a:ext cx="3154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从房型浏览到后台处理，系统以可运行、可追踪、可扩展作为毕业设计目标。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566928" y="6272784"/>
            <a:ext cx="5120640" cy="0"/>
          </a:xfrm>
          <a:prstGeom prst="line">
            <a:avLst/>
          </a:prstGeom>
          <a:noFill/>
          <a:ln w="4445">
            <a:solidFill>
              <a:srgbClr val="737373">
                <a:alpha val="4200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66928" y="643737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GOHOTEL · SWISS IKB DECK</a:t>
            </a:r>
            <a:endParaRPr lang="en-US" sz="680" dirty="0"/>
          </a:p>
        </p:txBody>
      </p:sp>
      <p:sp>
        <p:nvSpPr>
          <p:cNvPr id="27" name="Shape 25"/>
          <p:cNvSpPr/>
          <p:nvPr/>
        </p:nvSpPr>
        <p:spPr>
          <a:xfrm>
            <a:off x="553212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5099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69864" y="6565392"/>
            <a:ext cx="41148" cy="41148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8873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0760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4535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6422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8309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0196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2084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3971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5858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07745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9632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31520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3407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5294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67181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79068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90956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02843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14730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26617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802368" y="6446520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002FA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← → 翻页 · B 动态 · ESC 索引</a:t>
            </a:r>
            <a:endParaRPr lang="en-US" sz="72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accel="8000" decel="1800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2" decel="10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52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52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52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0" presetClass="entr" presetSubtype="0" accel="8000" decel="18000" fill="hold" grpId="0" nodeType="withEffect">
                                  <p:stCondLst>
                                    <p:cond delay="14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2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352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52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52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30" presetClass="entr" presetSubtype="0" accel="8000" decel="1800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2" decel="10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352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52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52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accel="8000" decel="18000" fill="hold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accel="8000" decel="18000" fill="hold" nodeType="withEffect">
                                  <p:stCondLst>
                                    <p:cond delay="48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accel="8000" decel="18000" fill="hold" nodeType="withEffect">
                                  <p:stCondLst>
                                    <p:cond delay="65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6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0" presetClass="entr" presetSubtype="0" accel="8000" decel="18000" fill="hold" grpId="0" nodeType="withEffect">
                                  <p:stCondLst>
                                    <p:cond delay="82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2" decel="100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352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52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52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30" presetClass="entr" presetSubtype="0" accel="8000" decel="18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2" decel="100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352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352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352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30" presetClass="entr" presetSubtype="0" accel="8000" decel="18000" fill="hold" grpId="0" nodeType="withEffect">
                                  <p:stCondLst>
                                    <p:cond delay="995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2" decel="100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352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352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352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30" presetClass="entr" presetSubtype="0" accel="8000" decel="1800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52" decel="100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352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352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352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30" presetClass="entr" presetSubtype="0" accel="8000" decel="18000" fill="hold" grpId="0" nodeType="withEffect">
                                  <p:stCondLst>
                                    <p:cond delay="1165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52" decel="100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352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352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352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30" presetClass="entr" presetSubtype="0" accel="8000" decel="18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52" decel="100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352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352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352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30" presetClass="entr" presetSubtype="0" accel="8000" decel="18000" fill="hold" grpId="0" nodeType="withEffect">
                                  <p:stCondLst>
                                    <p:cond delay="133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52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352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352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352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30" presetClass="entr" presetSubtype="0" accel="8000" decel="18000" fill="hold" grpId="0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52" decel="100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352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352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352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30" presetClass="entr" presetSubtype="0" accel="8000" decel="18000" fill="hold" grpId="0" nodeType="withEffect">
                                  <p:stCondLst>
                                    <p:cond delay="1505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352" decel="100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352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352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352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30" presetClass="entr" presetSubtype="0" accel="8000" decel="18000" fill="hold" grpId="0" nodeType="withEffect">
                                  <p:stCondLst>
                                    <p:cond delay="159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2" decel="100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352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352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352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30" presetClass="entr" presetSubtype="0" accel="8000" decel="18000" fill="hold" grpId="0" nodeType="withEffect">
                                  <p:stCondLst>
                                    <p:cond delay="1675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52" decel="100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352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352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352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30" presetClass="entr" presetSubtype="0" accel="8000" decel="1800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352" decel="100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352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352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352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9" grpId="0" animBg="1"/>
      <p:bldP spid="10" grpId="0" animBg="1"/>
      <p:bldP spid="11" grpId="0" animBg="1"/>
      <p:bldP spid="12" grpId="0" animBg="1"/>
      <p:bldP spid="15" grpId="0" animBg="1"/>
      <p:bldP spid="16" grpId="0" animBg="1"/>
      <p:bldP spid="17" grpId="0" animBg="1"/>
      <p:bldP spid="18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0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 · FUNCTIONAL BOUNDARY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744200" y="32918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24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0241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353312"/>
            <a:ext cx="96012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0A0A0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需求不是功能堆叠，而是角色边界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58368" y="2578608"/>
            <a:ext cx="4754880" cy="1115568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578608"/>
            <a:ext cx="4754880" cy="0"/>
          </a:xfrm>
          <a:prstGeom prst="line">
            <a:avLst/>
          </a:prstGeom>
          <a:noFill/>
          <a:ln w="20320">
            <a:solidFill>
              <a:srgbClr val="002FA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27249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Guest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17520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住客端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383280"/>
            <a:ext cx="4425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注册登录、酒店展示、房型筛选、推荐查看、在线预约、订单查询与会员中心。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6199632" y="2578608"/>
            <a:ext cx="4754880" cy="1115568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99632" y="2578608"/>
            <a:ext cx="4754880" cy="0"/>
          </a:xfrm>
          <a:prstGeom prst="line">
            <a:avLst/>
          </a:prstGeom>
          <a:noFill/>
          <a:ln w="20320">
            <a:solidFill>
              <a:srgbClr val="002FA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45936" y="27249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Front Desk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364224" y="3017520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前台接待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364224" y="3383280"/>
            <a:ext cx="4425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订单确认、入住办理、退房结算、客人检索与订单状态同步。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58368" y="4114800"/>
            <a:ext cx="4754880" cy="1115568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4114800"/>
            <a:ext cx="4754880" cy="0"/>
          </a:xfrm>
          <a:prstGeom prst="line">
            <a:avLst/>
          </a:prstGeom>
          <a:noFill/>
          <a:ln w="20320">
            <a:solidFill>
              <a:srgbClr val="002FA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4672" y="426110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Room Ops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553712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房态运维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4919472"/>
            <a:ext cx="4425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房间列表、房型分类、楼层可视化、库存矩阵与房间清洁维修状态。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6199632" y="4114800"/>
            <a:ext cx="4754880" cy="1115568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99632" y="4114800"/>
            <a:ext cx="4754880" cy="0"/>
          </a:xfrm>
          <a:prstGeom prst="line">
            <a:avLst/>
          </a:prstGeom>
          <a:noFill/>
          <a:ln w="20320">
            <a:solidFill>
              <a:srgbClr val="002FA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45936" y="426110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Revenue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364224" y="4553712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收益与内容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6364224" y="4919472"/>
            <a:ext cx="4425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动态定价规则、活动横幅、公告提醒、文件上传、日志和系统设置。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566928" y="6272784"/>
            <a:ext cx="5120640" cy="0"/>
          </a:xfrm>
          <a:prstGeom prst="line">
            <a:avLst/>
          </a:prstGeom>
          <a:noFill/>
          <a:ln w="4445">
            <a:solidFill>
              <a:srgbClr val="737373">
                <a:alpha val="4200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66928" y="643737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GOHOTEL · SWISS IKB DECK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553212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5099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6986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88736" y="6565392"/>
            <a:ext cx="41148" cy="41148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0760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2648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4535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6422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8309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0196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2084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3971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5858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07745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19632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1520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43407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55294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67181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79068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90956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02843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14730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6617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802368" y="6446520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002FA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← → 翻页 · B 动态 · ESC 索引</a:t>
            </a:r>
            <a:endParaRPr lang="en-US" sz="72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accel="8000" decel="1800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2" decel="10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52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52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52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0" presetClass="entr" presetSubtype="0" accel="8000" decel="18000" fill="hold" grpId="0" nodeType="withEffect">
                                  <p:stCondLst>
                                    <p:cond delay="14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2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352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52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52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0" presetClass="entr" presetSubtype="0" accel="8000" decel="18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2" decel="100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352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52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52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48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0" presetClass="entr" presetSubtype="0" accel="8000" decel="18000" fill="hold" grpId="0" nodeType="withEffect">
                                  <p:stCondLst>
                                    <p:cond delay="65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2" decel="100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352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52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352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30" presetClass="entr" presetSubtype="0" accel="8000" decel="1800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2" decel="100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352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352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352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30" presetClass="entr" presetSubtype="0" accel="8000" decel="18000" fill="hold" grpId="0" nodeType="withEffect">
                                  <p:stCondLst>
                                    <p:cond delay="82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52" decel="100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352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52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352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30" presetClass="entr" presetSubtype="0" accel="8000" decel="18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2" decel="100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352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352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352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30" presetClass="entr" presetSubtype="0" accel="8000" decel="18000" fill="hold" grpId="0" nodeType="withEffect">
                                  <p:stCondLst>
                                    <p:cond delay="995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52" decel="100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352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352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352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nodeType="withEffect">
                                  <p:stCondLst>
                                    <p:cond delay="1165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30" presetClass="entr" presetSubtype="0" accel="8000" decel="18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52" decel="100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352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352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352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nodeType="withEffect">
                                  <p:stCondLst>
                                    <p:cond delay="133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30" presetClass="entr" presetSubtype="0" accel="8000" decel="18000" fill="hold" grpId="0" nodeType="withEffect">
                                  <p:stCondLst>
                                    <p:cond delay="1505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52" decel="100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352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352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352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30" presetClass="entr" presetSubtype="0" accel="8000" decel="18000" fill="hold" grpId="0" nodeType="withEffect">
                                  <p:stCondLst>
                                    <p:cond delay="159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352" decel="100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352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352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352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30" presetClass="entr" presetSubtype="0" accel="8000" decel="18000" fill="hold" grpId="0" nodeType="withEffect">
                                  <p:stCondLst>
                                    <p:cond delay="1675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352" decel="100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352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352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352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30" presetClass="entr" presetSubtype="0" accel="8000" decel="1800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2" decel="100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352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352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352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30" presetClass="entr" presetSubtype="0" accel="8000" decel="18000" fill="hold" grpId="0" nodeType="withEffect">
                                  <p:stCondLst>
                                    <p:cond delay="1845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352" decel="100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352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352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352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 animBg="1"/>
      <p:bldP spid="9" grpId="0" animBg="1"/>
      <p:bldP spid="10" grpId="0" animBg="1"/>
      <p:bldP spid="13" grpId="0" animBg="1"/>
      <p:bldP spid="14" grpId="0" animBg="1"/>
      <p:bldP spid="15" grpId="0" animBg="1"/>
      <p:bldP spid="18" grpId="0" animBg="1"/>
      <p:bldP spid="19" grpId="0" animBg="1"/>
      <p:bldP spid="20" grpId="0" animBg="1"/>
      <p:bldP spid="23" grpId="0" animBg="1"/>
      <p:bldP spid="24" grpId="0" animBg="1"/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 · THREE LAYERS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744200" y="32918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24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93268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LAYERING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170432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dirty="0">
                <a:solidFill>
                  <a:srgbClr val="0A0A0A"/>
                </a:solidFill>
                <a:latin typeface="Microsoft YaHei UI Light" pitchFamily="34" charset="0"/>
                <a:ea typeface="Microsoft YaHei UI Light" pitchFamily="34" charset="-122"/>
                <a:cs typeface="Microsoft YaHei UI Light" pitchFamily="34" charset="-120"/>
              </a:rPr>
              <a:t>三层组织，让多端协同有清晰边界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621792" y="2139696"/>
            <a:ext cx="3611880" cy="4425696"/>
          </a:xfrm>
          <a:prstGeom prst="rect">
            <a:avLst/>
          </a:prstGeom>
          <a:solidFill>
            <a:srgbClr val="F0F0EE"/>
          </a:solidFill>
          <a:ln w="1270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35000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PRESENTATION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15184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UniApp + React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862072" y="5175504"/>
            <a:ext cx="658368" cy="658368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65376" y="4425696"/>
            <a:ext cx="2359152" cy="0"/>
          </a:xfrm>
          <a:prstGeom prst="line">
            <a:avLst/>
          </a:prstGeom>
          <a:noFill/>
          <a:ln w="5715">
            <a:solidFill>
              <a:srgbClr val="D4D4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77440" y="4809744"/>
            <a:ext cx="0" cy="1261872"/>
          </a:xfrm>
          <a:prstGeom prst="line">
            <a:avLst/>
          </a:prstGeom>
          <a:noFill/>
          <a:ln w="5715">
            <a:solidFill>
              <a:srgbClr val="D4D4D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61447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小程序承载住客流程，管理端承载前台与运营流程，二者都通过 HTTP 接口访问后端。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4443984" y="2139696"/>
            <a:ext cx="3611880" cy="4425696"/>
          </a:xfrm>
          <a:prstGeom prst="rect">
            <a:avLst/>
          </a:prstGeom>
          <a:solidFill>
            <a:srgbClr val="F0F0EE"/>
          </a:solidFill>
          <a:ln w="1270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45152" y="235000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4645152" y="2615184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Go + Gin + GORM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684264" y="5175504"/>
            <a:ext cx="658368" cy="658368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87568" y="4425696"/>
            <a:ext cx="2359152" cy="0"/>
          </a:xfrm>
          <a:prstGeom prst="line">
            <a:avLst/>
          </a:prstGeom>
          <a:noFill/>
          <a:ln w="5715">
            <a:solidFill>
              <a:srgbClr val="D4D4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99632" y="4809744"/>
            <a:ext cx="0" cy="1261872"/>
          </a:xfrm>
          <a:prstGeom prst="line">
            <a:avLst/>
          </a:prstGeom>
          <a:noFill/>
          <a:ln w="5715">
            <a:solidFill>
              <a:srgbClr val="D4D4D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45152" y="61447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路由接入、JWT 鉴权、Service 业务规则、Repository 数据访问保持分层。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8266176" y="2139696"/>
            <a:ext cx="3611880" cy="4425696"/>
          </a:xfrm>
          <a:prstGeom prst="rect">
            <a:avLst/>
          </a:prstGeom>
          <a:solidFill>
            <a:srgbClr val="F0F0EE"/>
          </a:solidFill>
          <a:ln w="1270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67344" y="235000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&amp; RESOURCES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8467344" y="2615184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MySQL / SQLite / COS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506456" y="5175504"/>
            <a:ext cx="658368" cy="658368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509760" y="4425696"/>
            <a:ext cx="2359152" cy="0"/>
          </a:xfrm>
          <a:prstGeom prst="line">
            <a:avLst/>
          </a:prstGeom>
          <a:noFill/>
          <a:ln w="5715">
            <a:solidFill>
              <a:srgbClr val="D4D4D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21824" y="4809744"/>
            <a:ext cx="0" cy="1261872"/>
          </a:xfrm>
          <a:prstGeom prst="line">
            <a:avLst/>
          </a:prstGeom>
          <a:noFill/>
          <a:ln w="5715">
            <a:solidFill>
              <a:srgbClr val="D4D4D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67344" y="61447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数据库、对象存储、Swagger 文档与时间轮任务提供运行支撑。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566928" y="6272784"/>
            <a:ext cx="5120640" cy="0"/>
          </a:xfrm>
          <a:prstGeom prst="line">
            <a:avLst/>
          </a:prstGeom>
          <a:noFill/>
          <a:ln w="4445">
            <a:solidFill>
              <a:srgbClr val="737373">
                <a:alpha val="42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66928" y="643737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GOHOTEL · SWISS IKB DECK</a:t>
            </a:r>
            <a:endParaRPr lang="en-US" sz="680" dirty="0"/>
          </a:p>
        </p:txBody>
      </p:sp>
      <p:sp>
        <p:nvSpPr>
          <p:cNvPr id="29" name="Shape 27"/>
          <p:cNvSpPr/>
          <p:nvPr/>
        </p:nvSpPr>
        <p:spPr>
          <a:xfrm>
            <a:off x="553212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5099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6986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8873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07608" y="6565392"/>
            <a:ext cx="41148" cy="41148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2648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4535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6422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8309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0196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2084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3971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5858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07745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19632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31520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3407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55294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67181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79068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90956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2843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14730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6617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9802368" y="6446520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002FA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← → 翻页 · B 动态 · ESC 索引</a:t>
            </a:r>
            <a:endParaRPr lang="en-US" sz="72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accel="8000" decel="1800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2" decel="10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52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52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52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0" presetClass="entr" presetSubtype="0" accel="8000" decel="18000" fill="hold" grpId="0" nodeType="withEffect">
                                  <p:stCondLst>
                                    <p:cond delay="14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2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352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52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52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accel="8000" decel="18000" fill="hold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6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accel="8000" decel="18000" fill="hold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accel="8000" decel="18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6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0" presetClass="entr" presetSubtype="0" accel="8000" decel="18000" fill="hold" grpId="0" nodeType="withEffect">
                                  <p:stCondLst>
                                    <p:cond delay="485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2" decel="100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352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52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52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30" presetClass="entr" presetSubtype="0" accel="8000" decel="1800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2" decel="100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352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52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52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30" presetClass="entr" presetSubtype="0" accel="8000" decel="18000" fill="hold" grpId="0" nodeType="withEffect">
                                  <p:stCondLst>
                                    <p:cond delay="655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52" decel="100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352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352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52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30" presetClass="entr" presetSubtype="0" accel="8000" decel="1800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52" decel="100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352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352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352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30" presetClass="entr" presetSubtype="0" accel="8000" decel="18000" fill="hold" grpId="0" nodeType="withEffect">
                                  <p:stCondLst>
                                    <p:cond delay="825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2" decel="100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352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352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352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30" presetClass="entr" presetSubtype="0" accel="8000" decel="18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2" decel="100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352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352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352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nodeType="withEffect">
                                  <p:stCondLst>
                                    <p:cond delay="995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nodeType="withEffect">
                                  <p:stCondLst>
                                    <p:cond delay="1165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1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1" fill="hold" nodeType="withEffect">
                                  <p:stCondLst>
                                    <p:cond delay="1335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1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accel="8000" decel="18000" fill="hold" nodeType="withEffect">
                                  <p:stCondLst>
                                    <p:cond delay="1505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36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accel="8000" decel="18000" fill="hold" nodeType="withEffect">
                                  <p:stCondLst>
                                    <p:cond delay="159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3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accel="8000" decel="18000" fill="hold" nodeType="withEffect">
                                  <p:stCondLst>
                                    <p:cond delay="1675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36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30" presetClass="entr" presetSubtype="0" accel="8000" decel="1800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352" decel="100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352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352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352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30" presetClass="entr" presetSubtype="0" accel="8000" decel="18000" fill="hold" grpId="0" nodeType="withEffect">
                                  <p:stCondLst>
                                    <p:cond delay="1845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2" decel="100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352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352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352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30" presetClass="entr" presetSubtype="0" accel="8000" decel="18000" fill="hold" grpId="0" nodeType="withEffect">
                                  <p:stCondLst>
                                    <p:cond delay="193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352" decel="100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352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352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352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12" grpId="0" animBg="1"/>
      <p:bldP spid="14" grpId="0" animBg="1"/>
      <p:bldP spid="15" grpId="0" animBg="1"/>
      <p:bldP spid="19" grpId="0" animBg="1"/>
      <p:bldP spid="21" grpId="0" animBg="1"/>
      <p:bldP spid="22" grpId="0" animBg="1"/>
      <p:bldP spid="2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42032" y="329184"/>
            <a:ext cx="7205472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系统总体架构图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402336"/>
            <a:ext cx="6217920" cy="358444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542032" y="329184"/>
            <a:ext cx="7205472" cy="0"/>
          </a:xfrm>
          <a:prstGeom prst="line">
            <a:avLst/>
          </a:prstGeom>
          <a:noFill/>
          <a:ln w="17780">
            <a:solidFill>
              <a:srgbClr val="002FA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66928" y="329184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 EVIDENCE · OVERALL ARCHITECTURE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0744200" y="32918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24</a:t>
            </a:r>
            <a:endParaRPr lang="en-US" sz="75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459028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Microsoft YaHei UI Light" pitchFamily="34" charset="0"/>
                <a:ea typeface="Microsoft YaHei UI Light" pitchFamily="34" charset="-122"/>
                <a:cs typeface="Microsoft YaHei UI Light" pitchFamily="34" charset="-120"/>
              </a:rPr>
              <a:t>总体架构证据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5193792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系统采用前后端分离和后端分层架构，小程序、管理端、接口接入、业务服务、数据访问与资源支撑各自承担明确责任。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6355080" y="4645152"/>
            <a:ext cx="1463040" cy="0"/>
          </a:xfrm>
          <a:prstGeom prst="line">
            <a:avLst/>
          </a:prstGeom>
          <a:noFill/>
          <a:ln w="17780">
            <a:solidFill>
              <a:srgbClr val="002FA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55080" y="480974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0A0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6355080" y="5358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住客端与管理端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302752" y="4645152"/>
            <a:ext cx="1463040" cy="0"/>
          </a:xfrm>
          <a:prstGeom prst="line">
            <a:avLst/>
          </a:prstGeom>
          <a:noFill/>
          <a:ln w="17780">
            <a:solidFill>
              <a:srgbClr val="002FA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02752" y="480974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0A0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8302752" y="5358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Gin 接口与 Service 规则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0250424" y="4645152"/>
            <a:ext cx="1463040" cy="0"/>
          </a:xfrm>
          <a:prstGeom prst="line">
            <a:avLst/>
          </a:prstGeom>
          <a:noFill/>
          <a:ln w="17780">
            <a:solidFill>
              <a:srgbClr val="002FA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250424" y="480974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0A0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10250424" y="5358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DB、COS、Swagger、时间轮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66928" y="6272784"/>
            <a:ext cx="5120640" cy="0"/>
          </a:xfrm>
          <a:prstGeom prst="line">
            <a:avLst/>
          </a:prstGeom>
          <a:noFill/>
          <a:ln w="4445">
            <a:solidFill>
              <a:srgbClr val="737373">
                <a:alpha val="4200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66928" y="643737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GOHOTEL · SWISS IKB DECK</a:t>
            </a:r>
            <a:endParaRPr lang="en-US" sz="680" dirty="0"/>
          </a:p>
        </p:txBody>
      </p:sp>
      <p:sp>
        <p:nvSpPr>
          <p:cNvPr id="20" name="Shape 17"/>
          <p:cNvSpPr/>
          <p:nvPr/>
        </p:nvSpPr>
        <p:spPr>
          <a:xfrm>
            <a:off x="553212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5099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6986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88873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0760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126480" y="6565392"/>
            <a:ext cx="41148" cy="41148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24535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36422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48309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60196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72084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83971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95858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07745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19632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31520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43407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55294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67181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79068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90956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02843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14730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26617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802368" y="6446520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002FA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← → 翻页 · B 动态 · ESC 索引</a:t>
            </a:r>
            <a:endParaRPr lang="en-US" sz="72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8000" decel="1800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6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accel="8000" decel="18000" fill="hold" nodeType="withEffect">
                                  <p:stCondLst>
                                    <p:cond delay="145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0" presetClass="entr" presetSubtype="0" accel="8000" decel="1800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2" decel="100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352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52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52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48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0" presetClass="entr" presetSubtype="0" accel="8000" decel="1800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2" decel="100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352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52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52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30" presetClass="entr" presetSubtype="0" accel="8000" decel="18000" fill="hold" grpId="0" nodeType="withEffect">
                                  <p:stCondLst>
                                    <p:cond delay="655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2" decel="100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352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352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352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30" presetClass="entr" presetSubtype="0" accel="8000" decel="1800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2" decel="100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352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52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352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30" presetClass="entr" presetSubtype="0" accel="8000" decel="18000" fill="hold" grpId="0" nodeType="withEffect">
                                  <p:stCondLst>
                                    <p:cond delay="825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2" decel="100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352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352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352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30" presetClass="entr" presetSubtype="0" accel="8000" decel="18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2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352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352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52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30" presetClass="entr" presetSubtype="0" accel="8000" decel="18000" fill="hold" grpId="0" nodeType="withEffect">
                                  <p:stCondLst>
                                    <p:cond delay="995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52" decel="100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352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352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352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30" presetClass="entr" presetSubtype="0" accel="8000" decel="1800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352" decel="100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352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352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352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MAP · FUNCTIONAL COVERAGE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744200" y="32918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24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0241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MAP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353312"/>
            <a:ext cx="80467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100" dirty="0">
                <a:solidFill>
                  <a:srgbClr val="0A0A0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 Functional Blocks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76656" y="23317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完整展示项目模块：从住客入口到运营支撑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58368" y="2331720"/>
            <a:ext cx="2395728" cy="676656"/>
          </a:xfrm>
          <a:prstGeom prst="rect">
            <a:avLst/>
          </a:prstGeom>
          <a:solidFill>
            <a:srgbClr val="F0F0EE"/>
          </a:solidFill>
          <a:ln w="1270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" y="24597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532888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账号认证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19856" y="2331720"/>
            <a:ext cx="2395728" cy="676656"/>
          </a:xfrm>
          <a:prstGeom prst="rect">
            <a:avLst/>
          </a:prstGeom>
          <a:solidFill>
            <a:srgbClr val="F0F0EE"/>
          </a:solidFill>
          <a:ln w="1270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47872" y="24597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4041648" y="2532888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酒店展示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81344" y="2331720"/>
            <a:ext cx="2395728" cy="676656"/>
          </a:xfrm>
          <a:prstGeom prst="rect">
            <a:avLst/>
          </a:prstGeom>
          <a:solidFill>
            <a:srgbClr val="F0F0EE"/>
          </a:solidFill>
          <a:ln w="1270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09360" y="24597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6803136" y="2532888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房型浏览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942832" y="2331720"/>
            <a:ext cx="2395728" cy="676656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70848" y="24597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9564624" y="2532888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推荐服务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8368" y="3291840"/>
            <a:ext cx="2395728" cy="676656"/>
          </a:xfrm>
          <a:prstGeom prst="rect">
            <a:avLst/>
          </a:prstGeom>
          <a:solidFill>
            <a:srgbClr val="F0F0EE"/>
          </a:solidFill>
          <a:ln w="1270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6384" y="341985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493008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在线预约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19856" y="3291840"/>
            <a:ext cx="2395728" cy="676656"/>
          </a:xfrm>
          <a:prstGeom prst="rect">
            <a:avLst/>
          </a:prstGeom>
          <a:solidFill>
            <a:srgbClr val="F0F0EE"/>
          </a:solidFill>
          <a:ln w="1270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47872" y="341985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4041648" y="3493008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订单中心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81344" y="3291840"/>
            <a:ext cx="2395728" cy="676656"/>
          </a:xfrm>
          <a:prstGeom prst="rect">
            <a:avLst/>
          </a:prstGeom>
          <a:solidFill>
            <a:srgbClr val="F0F0EE"/>
          </a:solidFill>
          <a:ln w="1270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09360" y="341985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6803136" y="3493008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前台接待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942832" y="3291840"/>
            <a:ext cx="2395728" cy="676656"/>
          </a:xfrm>
          <a:prstGeom prst="rect">
            <a:avLst/>
          </a:prstGeom>
          <a:solidFill>
            <a:srgbClr val="F0F0EE"/>
          </a:solidFill>
          <a:ln w="1270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070848" y="341985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9564624" y="3493008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房态可视化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58368" y="4251960"/>
            <a:ext cx="2395728" cy="676656"/>
          </a:xfrm>
          <a:prstGeom prst="rect">
            <a:avLst/>
          </a:prstGeom>
          <a:solidFill>
            <a:srgbClr val="F0F0EE"/>
          </a:solidFill>
          <a:ln w="1270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86384" y="437997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1280160" y="4453128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库存矩阵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419856" y="4251960"/>
            <a:ext cx="2395728" cy="676656"/>
          </a:xfrm>
          <a:prstGeom prst="rect">
            <a:avLst/>
          </a:prstGeom>
          <a:solidFill>
            <a:srgbClr val="F0F0EE"/>
          </a:solidFill>
          <a:ln w="1270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547872" y="437997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4041648" y="4453128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动态定价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181344" y="4251960"/>
            <a:ext cx="2395728" cy="676656"/>
          </a:xfrm>
          <a:prstGeom prst="rect">
            <a:avLst/>
          </a:prstGeom>
          <a:solidFill>
            <a:srgbClr val="F0F0EE"/>
          </a:solidFill>
          <a:ln w="1270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309360" y="437997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6803136" y="4453128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工单处理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8942832" y="4251960"/>
            <a:ext cx="2395728" cy="676656"/>
          </a:xfrm>
          <a:prstGeom prst="rect">
            <a:avLst/>
          </a:prstGeom>
          <a:solidFill>
            <a:srgbClr val="F0F0EE"/>
          </a:solidFill>
          <a:ln w="1270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070848" y="437997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9564624" y="4453128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上传与日志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694944" y="55778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thesis chapter 4-5 module design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7936992" y="557784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single hotel / full business loop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66928" y="6272784"/>
            <a:ext cx="5120640" cy="0"/>
          </a:xfrm>
          <a:prstGeom prst="line">
            <a:avLst/>
          </a:prstGeom>
          <a:noFill/>
          <a:ln w="4445">
            <a:solidFill>
              <a:srgbClr val="737373">
                <a:alpha val="4200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66928" y="643737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GOHOTEL · SWISS IKB DECK</a:t>
            </a:r>
            <a:endParaRPr lang="en-US" sz="680" dirty="0"/>
          </a:p>
        </p:txBody>
      </p:sp>
      <p:sp>
        <p:nvSpPr>
          <p:cNvPr id="47" name="Shape 45"/>
          <p:cNvSpPr/>
          <p:nvPr/>
        </p:nvSpPr>
        <p:spPr>
          <a:xfrm>
            <a:off x="553212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65099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76986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88873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00760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12648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245352" y="6565392"/>
            <a:ext cx="41148" cy="41148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6422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48309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60196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72084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83971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95858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07745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19632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31520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43407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55294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67181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79068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90956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02843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14730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26617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9802368" y="6446520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002FA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← → 翻页 · B 动态 · ESC 索引</a:t>
            </a:r>
            <a:endParaRPr lang="en-US" sz="72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accel="8000" decel="1800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2" decel="10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52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52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52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0" presetClass="entr" presetSubtype="0" accel="8000" decel="18000" fill="hold" grpId="0" nodeType="withEffect">
                                  <p:stCondLst>
                                    <p:cond delay="14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2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352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52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52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0" presetClass="entr" presetSubtype="0" accel="8000" decel="1800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2" decel="10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352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52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52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30" presetClass="entr" presetSubtype="0" accel="8000" decel="18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2" decel="100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352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52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52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485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0" presetClass="entr" presetSubtype="0" accel="8000" decel="1800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2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352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52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52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655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0" presetClass="entr" presetSubtype="0" accel="8000" decel="1800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52" decel="100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352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352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352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nodeType="withEffect">
                                  <p:stCondLst>
                                    <p:cond delay="825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0" presetClass="entr" presetSubtype="0" accel="8000" decel="18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2" decel="100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352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352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352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30" presetClass="entr" presetSubtype="0" accel="8000" decel="18000" fill="hold" grpId="0" nodeType="withEffect">
                                  <p:stCondLst>
                                    <p:cond delay="995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52" decel="100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352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352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352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30" presetClass="entr" presetSubtype="0" accel="8000" decel="1800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52" decel="100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352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52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352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30" presetClass="entr" presetSubtype="0" accel="8000" decel="18000" fill="hold" grpId="0" nodeType="withEffect">
                                  <p:stCondLst>
                                    <p:cond delay="116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52" decel="100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352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352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352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30" presetClass="entr" presetSubtype="0" accel="8000" decel="18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52" decel="100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352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352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352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nodeType="withEffect">
                                  <p:stCondLst>
                                    <p:cond delay="1335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30" presetClass="entr" presetSubtype="0" accel="8000" decel="18000" fill="hold" grpId="0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352" decel="100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352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352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352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nodeType="withEffect">
                                  <p:stCondLst>
                                    <p:cond delay="1505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30" presetClass="entr" presetSubtype="0" accel="8000" decel="18000" fill="hold" grpId="0" nodeType="withEffect">
                                  <p:stCondLst>
                                    <p:cond delay="159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52" decel="100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352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352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352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nodeType="withEffect">
                                  <p:stCondLst>
                                    <p:cond delay="1675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30" presetClass="entr" presetSubtype="0" accel="8000" decel="1800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352" decel="100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352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352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352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22" presetClass="entr" presetSubtype="8" fill="hold" nodeType="withEffect">
                                  <p:stCondLst>
                                    <p:cond delay="1845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30" presetClass="entr" presetSubtype="0" accel="8000" decel="18000" fill="hold" grpId="0" nodeType="withEffect">
                                  <p:stCondLst>
                                    <p:cond delay="193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352" decel="100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352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352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352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30" presetClass="entr" presetSubtype="0" accel="8000" decel="18000" fill="hold" grpId="0" nodeType="withEffect">
                                  <p:stCondLst>
                                    <p:cond delay="2015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52" decel="100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352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352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352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30" presetClass="entr" presetSubtype="0" accel="8000" decel="1800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352" decel="100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352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352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352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30" presetClass="entr" presetSubtype="0" accel="8000" decel="18000" fill="hold" grpId="0" nodeType="withEffect">
                                  <p:stCondLst>
                                    <p:cond delay="2185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352" decel="100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352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352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352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30" presetClass="entr" presetSubtype="0" accel="8000" decel="18000" fill="hold" grpId="0" nodeType="withEffect">
                                  <p:stCondLst>
                                    <p:cond delay="227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352" decel="100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6" dur="352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352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352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22" presetClass="entr" presetSubtype="8" fill="hold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8" fill="hold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22" presetClass="entr" presetSubtype="8" fill="hold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2" presetClass="entr" presetSubtype="8" fill="hold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30" presetClass="entr" presetSubtype="0" accel="8000" decel="18000" fill="hold" grpId="0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352" decel="100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6" dur="352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352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352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30" presetClass="entr" presetSubtype="0" accel="8000" decel="18000" fill="hold" grpId="0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352" decel="100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4" dur="352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352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352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30" presetClass="entr" presetSubtype="0" accel="8000" decel="18000" fill="hold" grpId="0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352" decel="100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2" dur="352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352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352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7" presetID="30" presetClass="entr" presetSubtype="0" accel="8000" decel="18000" fill="hold" grpId="0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352" decel="100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352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352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352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5" presetID="30" presetClass="entr" presetSubtype="0" accel="8000" decel="18000" fill="hold" grpId="0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352" decel="100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8" dur="352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352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352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3" presetID="30" presetClass="entr" presetSubtype="0" accel="8000" decel="18000" fill="hold" grpId="0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352" decel="100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6" dur="352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7" dur="352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352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30" presetClass="entr" presetSubtype="0" accel="8000" decel="18000" fill="hold" grpId="0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352" decel="100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4" dur="352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352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352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7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9" presetID="30" presetClass="entr" presetSubtype="0" accel="8000" decel="18000" fill="hold" grpId="0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352" decel="100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2" dur="352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352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4" dur="352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30" presetClass="entr" presetSubtype="0" accel="8000" decel="18000" fill="hold" grpId="0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352" decel="100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0" dur="352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1" dur="352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2" dur="352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4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5" presetID="30" presetClass="entr" presetSubtype="0" accel="8000" decel="18000" fill="hold" grpId="0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352" decel="100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8" dur="352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9" dur="352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352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20" grpId="0" animBg="1"/>
      <p:bldP spid="21" grpId="0" animBg="1"/>
      <p:bldP spid="23" grpId="0" animBg="1"/>
      <p:bldP spid="24" grpId="0" animBg="1"/>
      <p:bldP spid="26" grpId="0" animBg="1"/>
      <p:bldP spid="27" grpId="0" animBg="1"/>
      <p:bldP spid="29" grpId="0" animBg="1"/>
      <p:bldP spid="30" grpId="0" animBg="1"/>
      <p:bldP spid="32" grpId="0" animBg="1"/>
      <p:bldP spid="33" grpId="0" animBg="1"/>
      <p:bldP spid="35" grpId="0" animBg="1"/>
      <p:bldP spid="36" grpId="0" animBg="1"/>
      <p:bldP spid="38" grpId="0" animBg="1"/>
      <p:bldP spid="39" grpId="0" animBg="1"/>
      <p:bldP spid="41" grpId="0" animBg="1"/>
      <p:bldP spid="42" grpId="0" animBg="1"/>
      <p:bldP spid="43" grpId="0" animBg="1"/>
      <p:bldP spid="4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42032" y="329184"/>
            <a:ext cx="7205472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系统数据库 E-R 图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5184" y="597843"/>
            <a:ext cx="7059168" cy="319343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542032" y="329184"/>
            <a:ext cx="7205472" cy="0"/>
          </a:xfrm>
          <a:prstGeom prst="line">
            <a:avLst/>
          </a:prstGeom>
          <a:noFill/>
          <a:ln w="17780">
            <a:solidFill>
              <a:srgbClr val="002FA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66928" y="329184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 · E-R EVIDENCE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0744200" y="32918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24</a:t>
            </a:r>
            <a:endParaRPr lang="en-US" sz="75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459028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Microsoft YaHei UI Light" pitchFamily="34" charset="0"/>
                <a:ea typeface="Microsoft YaHei UI Light" pitchFamily="34" charset="-122"/>
                <a:cs typeface="Microsoft YaHei UI Light" pitchFamily="34" charset="-120"/>
              </a:rPr>
              <a:t>数据库 E-R 证据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5193792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数据库围绕用户、房间、订单、库存、价格、工单、公告、行为记录和日志组织，重点保证业务状态可追踪。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6355080" y="4645152"/>
            <a:ext cx="1463040" cy="0"/>
          </a:xfrm>
          <a:prstGeom prst="line">
            <a:avLst/>
          </a:prstGeom>
          <a:noFill/>
          <a:ln w="17780">
            <a:solidFill>
              <a:srgbClr val="002FA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55080" y="480974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0A0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15+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6355080" y="5358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核心实体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302752" y="4645152"/>
            <a:ext cx="1463040" cy="0"/>
          </a:xfrm>
          <a:prstGeom prst="line">
            <a:avLst/>
          </a:prstGeom>
          <a:noFill/>
          <a:ln w="17780">
            <a:solidFill>
              <a:srgbClr val="002FA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02752" y="480974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0A0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8302752" y="5358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订单、房态、清洁等状态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0250424" y="4645152"/>
            <a:ext cx="1463040" cy="0"/>
          </a:xfrm>
          <a:prstGeom prst="line">
            <a:avLst/>
          </a:prstGeom>
          <a:noFill/>
          <a:ln w="17780">
            <a:solidFill>
              <a:srgbClr val="002FA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250424" y="480974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0A0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Service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10250424" y="5358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约束检查集中在服务层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66928" y="6272784"/>
            <a:ext cx="5120640" cy="0"/>
          </a:xfrm>
          <a:prstGeom prst="line">
            <a:avLst/>
          </a:prstGeom>
          <a:noFill/>
          <a:ln w="4445">
            <a:solidFill>
              <a:srgbClr val="737373">
                <a:alpha val="4200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66928" y="643737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GOHOTEL · SWISS IKB DECK</a:t>
            </a:r>
            <a:endParaRPr lang="en-US" sz="680" dirty="0"/>
          </a:p>
        </p:txBody>
      </p:sp>
      <p:sp>
        <p:nvSpPr>
          <p:cNvPr id="20" name="Shape 17"/>
          <p:cNvSpPr/>
          <p:nvPr/>
        </p:nvSpPr>
        <p:spPr>
          <a:xfrm>
            <a:off x="553212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5099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6986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88873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0760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12648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24535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364224" y="6565392"/>
            <a:ext cx="41148" cy="41148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48309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60196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72084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83971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95858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07745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19632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31520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43407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55294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67181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79068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90956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02843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14730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26617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802368" y="6446520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002FA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← → 翻页 · B 动态 · ESC 索引</a:t>
            </a:r>
            <a:endParaRPr lang="en-US" sz="72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8000" decel="1800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6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accel="8000" decel="18000" fill="hold" nodeType="withEffect">
                                  <p:stCondLst>
                                    <p:cond delay="145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0" presetClass="entr" presetSubtype="0" accel="8000" decel="1800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2" decel="100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352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52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52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48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0" presetClass="entr" presetSubtype="0" accel="8000" decel="1800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2" decel="100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352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52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52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30" presetClass="entr" presetSubtype="0" accel="8000" decel="18000" fill="hold" grpId="0" nodeType="withEffect">
                                  <p:stCondLst>
                                    <p:cond delay="655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2" decel="100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352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352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352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30" presetClass="entr" presetSubtype="0" accel="8000" decel="1800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2" decel="100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352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52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352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30" presetClass="entr" presetSubtype="0" accel="8000" decel="18000" fill="hold" grpId="0" nodeType="withEffect">
                                  <p:stCondLst>
                                    <p:cond delay="825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2" decel="100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352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352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352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30" presetClass="entr" presetSubtype="0" accel="8000" decel="18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2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352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352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52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30" presetClass="entr" presetSubtype="0" accel="8000" decel="18000" fill="hold" grpId="0" nodeType="withEffect">
                                  <p:stCondLst>
                                    <p:cond delay="995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52" decel="100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352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352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352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30" presetClass="entr" presetSubtype="0" accel="8000" decel="1800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352" decel="100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352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352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352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FLOW · BOOKING LIFECYCLE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744200" y="32918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24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0241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FLOW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353312"/>
            <a:ext cx="68580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400" dirty="0">
                <a:solidFill>
                  <a:srgbClr val="0A0A0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Linear Flow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76656" y="23317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预订与入住：系统中跨模块最多的一条链路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987552" y="3547872"/>
            <a:ext cx="10058400" cy="0"/>
          </a:xfrm>
          <a:prstGeom prst="line">
            <a:avLst/>
          </a:prstGeom>
          <a:noFill/>
          <a:ln w="27940">
            <a:solidFill>
              <a:srgbClr val="002FA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6968" y="3255264"/>
            <a:ext cx="566928" cy="56692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8408" y="342900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407822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查询房源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4407408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日期与房型条件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2734056" y="3255264"/>
            <a:ext cx="566928" cy="56692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25496" y="342900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2505456" y="407822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生成推荐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505456" y="4407408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行为与特征打分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4581144" y="3255264"/>
            <a:ext cx="566928" cy="566928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72584" y="342900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4352544" y="407822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提交预约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352544" y="4407408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住客信息与日期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6428232" y="3255264"/>
            <a:ext cx="566928" cy="56692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19672" y="342900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6199632" y="407822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后台确认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199632" y="4407408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订单状态更新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8275320" y="3255264"/>
            <a:ext cx="566928" cy="56692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66760" y="342900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8046720" y="407822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办理入住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046720" y="4407408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房间 occupied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10122408" y="3255264"/>
            <a:ext cx="566928" cy="56692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213848" y="342900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9893808" y="407822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退房清洁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893808" y="4407408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dirty 到 clean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932688" y="5285232"/>
            <a:ext cx="9692640" cy="566928"/>
          </a:xfrm>
          <a:prstGeom prst="rect">
            <a:avLst/>
          </a:prstGeom>
          <a:solidFill>
            <a:srgbClr val="F0F0EE"/>
          </a:solidFill>
          <a:ln w="1270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115568" y="5449824"/>
            <a:ext cx="9235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Service 层负责日期校验、库存扣减、房态回写和会员积分更新。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566928" y="6272784"/>
            <a:ext cx="5120640" cy="0"/>
          </a:xfrm>
          <a:prstGeom prst="line">
            <a:avLst/>
          </a:prstGeom>
          <a:noFill/>
          <a:ln w="4445">
            <a:solidFill>
              <a:srgbClr val="737373">
                <a:alpha val="4200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66928" y="643737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GOHOTEL · SWISS IKB DECK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553212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5099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76986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8873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0760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2648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4535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6422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83096" y="6565392"/>
            <a:ext cx="41148" cy="41148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60196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72084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3971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95858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07745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19632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31520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43407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55294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67181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79068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90956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02843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14730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26617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9802368" y="6446520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002FA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← → 翻页 · B 动态 · ESC 索引</a:t>
            </a:r>
            <a:endParaRPr lang="en-US" sz="72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accel="8000" decel="1800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2" decel="10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52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52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52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0" presetClass="entr" presetSubtype="0" accel="8000" decel="18000" fill="hold" grpId="0" nodeType="withEffect">
                                  <p:stCondLst>
                                    <p:cond delay="14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2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352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52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52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30" presetClass="entr" presetSubtype="0" accel="8000" decel="1800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2" decel="10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352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52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52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accel="8000" decel="18000" fill="hold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accel="8000" decel="18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6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accel="8000" decel="18000" fill="hold" nodeType="withEffect">
                                  <p:stCondLst>
                                    <p:cond delay="48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accel="8000" decel="18000" fill="hold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6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accel="8000" decel="18000" fill="hold" nodeType="withEffect">
                                  <p:stCondLst>
                                    <p:cond delay="65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6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accel="8000" decel="1800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6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0" presetClass="entr" presetSubtype="0" accel="8000" decel="18000" fill="hold" grpId="0" nodeType="withEffect">
                                  <p:stCondLst>
                                    <p:cond delay="82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2" decel="100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352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52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52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0" presetClass="entr" presetSubtype="0" accel="8000" decel="18000" fill="hold" grpId="0" nodeType="withEffect">
                                  <p:stCondLst>
                                    <p:cond delay="995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2" decel="100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352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352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352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30" presetClass="entr" presetSubtype="0" accel="8000" decel="1800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52" decel="100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352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352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352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30" presetClass="entr" presetSubtype="0" accel="8000" decel="18000" fill="hold" grpId="0" nodeType="withEffect">
                                  <p:stCondLst>
                                    <p:cond delay="1165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52" decel="100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352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352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352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30" presetClass="entr" presetSubtype="0" accel="8000" decel="18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352" decel="100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352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352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352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30" presetClass="entr" presetSubtype="0" accel="8000" decel="18000" fill="hold" grpId="0" nodeType="withEffect">
                                  <p:stCondLst>
                                    <p:cond delay="1335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52" decel="100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352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352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352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30" presetClass="entr" presetSubtype="0" accel="8000" decel="18000" fill="hold" grpId="0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52" decel="100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352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352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352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30" presetClass="entr" presetSubtype="0" accel="8000" decel="18000" fill="hold" grpId="0" nodeType="withEffect">
                                  <p:stCondLst>
                                    <p:cond delay="1505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352" decel="100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352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352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352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30" presetClass="entr" presetSubtype="0" accel="8000" decel="18000" fill="hold" grpId="0" nodeType="withEffect">
                                  <p:stCondLst>
                                    <p:cond delay="159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352" decel="100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352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352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352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30" presetClass="entr" presetSubtype="0" accel="8000" decel="18000" fill="hold" grpId="0" nodeType="withEffect">
                                  <p:stCondLst>
                                    <p:cond delay="1675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52" decel="100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352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352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352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30" presetClass="entr" presetSubtype="0" accel="8000" decel="1800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352" decel="100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352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352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352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30" presetClass="entr" presetSubtype="0" accel="8000" decel="18000" fill="hold" grpId="0" nodeType="withEffect">
                                  <p:stCondLst>
                                    <p:cond delay="1845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352" decel="100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352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352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352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30" presetClass="entr" presetSubtype="0" accel="8000" decel="18000" fill="hold" grpId="0" nodeType="withEffect">
                                  <p:stCondLst>
                                    <p:cond delay="193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52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352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352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352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30" presetClass="entr" presetSubtype="0" accel="8000" decel="18000" fill="hold" grpId="0" nodeType="withEffect">
                                  <p:stCondLst>
                                    <p:cond delay="2015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352" decel="100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352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352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352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30" presetClass="entr" presetSubtype="0" accel="8000" decel="1800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352" decel="100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352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352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352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30" presetClass="entr" presetSubtype="0" accel="8000" decel="18000" fill="hold" grpId="0" nodeType="withEffect">
                                  <p:stCondLst>
                                    <p:cond delay="2185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352" decel="100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352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352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352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30" presetClass="entr" presetSubtype="0" accel="8000" decel="18000" fill="hold" grpId="0" nodeType="withEffect">
                                  <p:stCondLst>
                                    <p:cond delay="227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352" decel="100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1" dur="352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352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352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30" presetClass="entr" presetSubtype="0" accel="8000" decel="18000" fill="hold" grpId="0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352" decel="100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9" dur="352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352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352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22" presetClass="entr" presetSubtype="8" fill="hold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30" presetClass="entr" presetSubtype="0" accel="8000" decel="18000" fill="hold" grpId="0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352" decel="100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0" dur="352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352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352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9" grpId="0" animBg="1"/>
      <p:bldP spid="30" grpId="0" animBg="1"/>
      <p:bldP spid="31" grpId="0" animBg="1"/>
      <p:bldP spid="3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0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 · PRICING LOOP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744200" y="32918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24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0241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353312"/>
            <a:ext cx="68580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Closed Loop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76656" y="23317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库存与价格不是静态字段，而是订单流程的一部分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41248" y="2331720"/>
            <a:ext cx="4498848" cy="1078992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2331720"/>
            <a:ext cx="4498848" cy="0"/>
          </a:xfrm>
          <a:prstGeom prst="line">
            <a:avLst/>
          </a:prstGeom>
          <a:noFill/>
          <a:ln w="20320">
            <a:solidFill>
              <a:srgbClr val="002FA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87552" y="247802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Query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770632"/>
            <a:ext cx="4169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查询可售房型</a:t>
            </a:r>
            <a:endParaRPr lang="en-US" sz="143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3136392"/>
            <a:ext cx="4169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按房型和日期读取剩余库存。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6144768" y="2331720"/>
            <a:ext cx="4498848" cy="1078992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44768" y="2331720"/>
            <a:ext cx="4498848" cy="0"/>
          </a:xfrm>
          <a:prstGeom prst="line">
            <a:avLst/>
          </a:prstGeom>
          <a:noFill/>
          <a:ln w="20320">
            <a:solidFill>
              <a:srgbClr val="002FA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91072" y="247802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Price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2770632"/>
            <a:ext cx="4169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逐日计算价格</a:t>
            </a:r>
            <a:endParaRPr lang="en-US" sz="143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3136392"/>
            <a:ext cx="4169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库存基础价叠加定价规则。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841248" y="3813048"/>
            <a:ext cx="4498848" cy="1078992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" y="3813048"/>
            <a:ext cx="4498848" cy="0"/>
          </a:xfrm>
          <a:prstGeom prst="line">
            <a:avLst/>
          </a:prstGeom>
          <a:noFill/>
          <a:ln w="20320">
            <a:solidFill>
              <a:srgbClr val="002FA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87552" y="39593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Booking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4251960"/>
            <a:ext cx="4169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订单创建扣减</a:t>
            </a:r>
            <a:endParaRPr lang="en-US" sz="143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4617720"/>
            <a:ext cx="4169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写入订单后按日期区间更新已订数量。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6144768" y="3813048"/>
            <a:ext cx="4498848" cy="1078992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44768" y="3813048"/>
            <a:ext cx="4498848" cy="0"/>
          </a:xfrm>
          <a:prstGeom prst="line">
            <a:avLst/>
          </a:prstGeom>
          <a:noFill/>
          <a:ln w="20320">
            <a:solidFill>
              <a:srgbClr val="002FA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91072" y="39593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Return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4251960"/>
            <a:ext cx="4169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取消退房回写</a:t>
            </a:r>
            <a:endParaRPr lang="en-US" sz="1430" dirty="0"/>
          </a:p>
        </p:txBody>
      </p:sp>
      <p:sp>
        <p:nvSpPr>
          <p:cNvPr id="26" name="Text 24"/>
          <p:cNvSpPr txBox="1"/>
          <p:nvPr/>
        </p:nvSpPr>
        <p:spPr>
          <a:xfrm>
            <a:off x="6309360" y="4617720"/>
            <a:ext cx="4169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释放库存或恢复房态，进入清洁流程。</a:t>
            </a:r>
            <a:endParaRPr lang="en-US" sz="1040" dirty="0"/>
          </a:p>
        </p:txBody>
      </p:sp>
      <p:sp>
        <p:nvSpPr>
          <p:cNvPr id="27" name="Shape 25"/>
          <p:cNvSpPr/>
          <p:nvPr/>
        </p:nvSpPr>
        <p:spPr>
          <a:xfrm>
            <a:off x="1920240" y="5504688"/>
            <a:ext cx="8138160" cy="310896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057400" y="5582412"/>
            <a:ext cx="7863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BookingService + InventoryService + PricingRule 共同完成联动。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566928" y="6272784"/>
            <a:ext cx="5120640" cy="0"/>
          </a:xfrm>
          <a:prstGeom prst="line">
            <a:avLst/>
          </a:prstGeom>
          <a:noFill/>
          <a:ln w="4445">
            <a:solidFill>
              <a:srgbClr val="737373">
                <a:alpha val="4200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66928" y="643737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GOHOTEL · SWISS IKB DECK</a:t>
            </a:r>
            <a:endParaRPr lang="en-US" sz="680" dirty="0"/>
          </a:p>
        </p:txBody>
      </p:sp>
      <p:sp>
        <p:nvSpPr>
          <p:cNvPr id="31" name="Shape 29"/>
          <p:cNvSpPr/>
          <p:nvPr/>
        </p:nvSpPr>
        <p:spPr>
          <a:xfrm>
            <a:off x="553212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5099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76986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8873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0760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2648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4535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6422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8309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01968" y="6565392"/>
            <a:ext cx="41148" cy="41148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2084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3971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95858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07745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19632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31520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3407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55294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67181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79068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0956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02843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14730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26617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9802368" y="6446520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002FA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← → 翻页 · B 动态 · ESC 索引</a:t>
            </a:r>
            <a:endParaRPr lang="en-US" sz="72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accel="8000" decel="1800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2" decel="10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52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52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52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0" presetClass="entr" presetSubtype="0" accel="8000" decel="18000" fill="hold" grpId="0" nodeType="withEffect">
                                  <p:stCondLst>
                                    <p:cond delay="14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2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352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52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52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30" presetClass="entr" presetSubtype="0" accel="8000" decel="1800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2" decel="10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352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52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52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0" presetClass="entr" presetSubtype="0" accel="8000" decel="18000" fill="hold" grpId="0" nodeType="withEffect">
                                  <p:stCondLst>
                                    <p:cond delay="48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2" decel="100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352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52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352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655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0" presetClass="entr" presetSubtype="0" accel="8000" decel="1800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2" decel="100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352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352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352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30" presetClass="entr" presetSubtype="0" accel="8000" decel="18000" fill="hold" grpId="0" nodeType="withEffect">
                                  <p:stCondLst>
                                    <p:cond delay="82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52" decel="100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352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52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352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30" presetClass="entr" presetSubtype="0" accel="8000" decel="18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2" decel="100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352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352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352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30" presetClass="entr" presetSubtype="0" accel="8000" decel="18000" fill="hold" grpId="0" nodeType="withEffect">
                                  <p:stCondLst>
                                    <p:cond delay="995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52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352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352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352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30" presetClass="entr" presetSubtype="0" accel="8000" decel="1800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52" decel="100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352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52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352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nodeType="withEffect">
                                  <p:stCondLst>
                                    <p:cond delay="116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nodeType="withEffect">
                                  <p:stCondLst>
                                    <p:cond delay="133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30" presetClass="entr" presetSubtype="0" accel="8000" decel="18000" fill="hold" grpId="0" nodeType="withEffect">
                                  <p:stCondLst>
                                    <p:cond delay="1505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52" decel="100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352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352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352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30" presetClass="entr" presetSubtype="0" accel="8000" decel="18000" fill="hold" grpId="0" nodeType="withEffect">
                                  <p:stCondLst>
                                    <p:cond delay="159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352" decel="100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352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352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352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30" presetClass="entr" presetSubtype="0" accel="8000" decel="18000" fill="hold" grpId="0" nodeType="withEffect">
                                  <p:stCondLst>
                                    <p:cond delay="1675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352" decel="100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352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352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352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30" presetClass="entr" presetSubtype="0" accel="8000" decel="1800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52" decel="100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352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352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352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30" presetClass="entr" presetSubtype="0" accel="8000" decel="18000" fill="hold" grpId="0" nodeType="withEffect">
                                  <p:stCondLst>
                                    <p:cond delay="1845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352" decel="100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352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352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352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30" presetClass="entr" presetSubtype="0" accel="8000" decel="18000" fill="hold" grpId="0" nodeType="withEffect">
                                  <p:stCondLst>
                                    <p:cond delay="193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352" decel="100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352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352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352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22" presetClass="entr" presetSubtype="8" fill="hold" nodeType="withEffect">
                                  <p:stCondLst>
                                    <p:cond delay="2015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30" presetClass="entr" presetSubtype="0" accel="8000" decel="1800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352" decel="100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352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352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352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9" grpId="0" animBg="1"/>
      <p:bldP spid="10" grpId="0" animBg="1"/>
      <p:bldP spid="11" grpId="0" animBg="1"/>
      <p:bldP spid="14" grpId="0" animBg="1"/>
      <p:bldP spid="15" grpId="0" animBg="1"/>
      <p:bldP spid="16" grpId="0" animBg="1"/>
      <p:bldP spid="19" grpId="0" animBg="1"/>
      <p:bldP spid="20" grpId="0" animBg="1"/>
      <p:bldP spid="21" grpId="0" animBg="1"/>
      <p:bldP spid="24" grpId="0" animBg="1"/>
      <p:bldP spid="25" grpId="0" animBg="1"/>
      <p:bldP spid="26" grpId="0" animBg="1"/>
      <p:bldP spid="2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ENDS · SHARED BACKEND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744200" y="32918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24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0241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ENDS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353312"/>
            <a:ext cx="68580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400" dirty="0">
                <a:solidFill>
                  <a:srgbClr val="0A0A0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Duo Compare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76656" y="23317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住客端追求路径短，管理端追求状态准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089904" y="1115568"/>
            <a:ext cx="0" cy="4919472"/>
          </a:xfrm>
          <a:prstGeom prst="line">
            <a:avLst/>
          </a:prstGeom>
          <a:noFill/>
          <a:ln w="8890">
            <a:solidFill>
              <a:srgbClr val="D4D4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395728"/>
            <a:ext cx="4892040" cy="2468880"/>
          </a:xfrm>
          <a:prstGeom prst="rect">
            <a:avLst/>
          </a:prstGeom>
          <a:solidFill>
            <a:srgbClr val="F0F0EE"/>
          </a:solidFill>
          <a:ln w="1270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395728"/>
            <a:ext cx="4892040" cy="0"/>
          </a:xfrm>
          <a:prstGeom prst="line">
            <a:avLst/>
          </a:prstGeom>
          <a:noFill/>
          <a:ln w="20320">
            <a:solidFill>
              <a:srgbClr val="002FA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" y="25420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834640"/>
            <a:ext cx="4562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UniApp Mini Program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200400"/>
            <a:ext cx="456285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快速找到房，完成预约。首页展示、日期选择、房型列表、详情推荐、确认订单、订单中心和会员服务构成移动端闭环。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29400" y="2395728"/>
            <a:ext cx="4892040" cy="2468880"/>
          </a:xfrm>
          <a:prstGeom prst="rect">
            <a:avLst/>
          </a:prstGeom>
          <a:solidFill>
            <a:srgbClr val="F0F0EE"/>
          </a:solidFill>
          <a:ln w="1270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29400" y="2395728"/>
            <a:ext cx="4892040" cy="0"/>
          </a:xfrm>
          <a:prstGeom prst="line">
            <a:avLst/>
          </a:prstGeom>
          <a:noFill/>
          <a:ln w="20320">
            <a:solidFill>
              <a:srgbClr val="002FA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75704" y="25420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793992" y="2834640"/>
            <a:ext cx="4562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React Admin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793992" y="3200400"/>
            <a:ext cx="456285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让后台处理可追踪。运营控制台、订单管理、前台接待、房态可视化、库存矩阵、动态定价和工单处理统一承载。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41248" y="5166360"/>
            <a:ext cx="1133856" cy="256032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5216652"/>
            <a:ext cx="9875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Bearer Token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258568" y="5166360"/>
            <a:ext cx="1133856" cy="256032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331720" y="5216652"/>
            <a:ext cx="9875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行为上报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3675888" y="5166360"/>
            <a:ext cx="1133856" cy="256032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749040" y="5216652"/>
            <a:ext cx="9875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订单状态变化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6812280" y="5166360"/>
            <a:ext cx="1133856" cy="256032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85432" y="5216652"/>
            <a:ext cx="9875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订单确认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8229600" y="5166360"/>
            <a:ext cx="1133856" cy="256032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02752" y="5216652"/>
            <a:ext cx="9875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库存矩阵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9646920" y="5166360"/>
            <a:ext cx="1133856" cy="256032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720072" y="5216652"/>
            <a:ext cx="9875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工单回写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566928" y="6272784"/>
            <a:ext cx="5120640" cy="0"/>
          </a:xfrm>
          <a:prstGeom prst="line">
            <a:avLst/>
          </a:prstGeom>
          <a:noFill/>
          <a:ln w="4445">
            <a:solidFill>
              <a:srgbClr val="737373">
                <a:alpha val="42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66928" y="643737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GOHOTEL · SWISS IKB DECK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553212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5099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986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8873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0760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2648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4535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6422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8309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60196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20840" y="6565392"/>
            <a:ext cx="41148" cy="41148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83971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95858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07745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19632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0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43407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55294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7181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79068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90956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02843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14730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26617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802368" y="6446520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002FA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← → 翻页 · B 动态 · ESC 索引</a:t>
            </a:r>
            <a:endParaRPr lang="en-US" sz="72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accel="8000" decel="1800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2" decel="10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52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52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52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14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0" presetClass="entr" presetSubtype="0" accel="8000" decel="1800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2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352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52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52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accel="8000" decel="18000" fill="hold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0" presetClass="entr" presetSubtype="0" accel="8000" decel="18000" fill="hold" grpId="0" nodeType="withEffect">
                                  <p:stCondLst>
                                    <p:cond delay="485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2" decel="10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352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52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52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accel="8000" decel="18000" fill="hold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65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0" presetClass="entr" presetSubtype="0" accel="8000" decel="1800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2" decel="100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352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52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352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30" presetClass="entr" presetSubtype="0" accel="8000" decel="18000" fill="hold" grpId="0" nodeType="withEffect">
                                  <p:stCondLst>
                                    <p:cond delay="825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2" decel="100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352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352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352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30" presetClass="entr" presetSubtype="0" accel="8000" decel="18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2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352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352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52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30" presetClass="entr" presetSubtype="0" accel="8000" decel="18000" fill="hold" grpId="0" nodeType="withEffect">
                                  <p:stCondLst>
                                    <p:cond delay="995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52" decel="100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352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352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352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30" presetClass="entr" presetSubtype="0" accel="8000" decel="1800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352" decel="100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352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352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352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30" presetClass="entr" presetSubtype="0" accel="8000" decel="18000" fill="hold" grpId="0" nodeType="withEffect">
                                  <p:stCondLst>
                                    <p:cond delay="1165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52" decel="100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352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352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352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30" presetClass="entr" presetSubtype="0" accel="8000" decel="18000" fill="hold" grpId="0" nodeType="withEffect">
                                  <p:stCondLst>
                                    <p:cond delay="133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52" decel="100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352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352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352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30" presetClass="entr" presetSubtype="0" accel="8000" decel="18000" fill="hold" grpId="0" nodeType="withEffect">
                                  <p:stCondLst>
                                    <p:cond delay="1505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352" decel="100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352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352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352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nodeType="withEffect">
                                  <p:stCondLst>
                                    <p:cond delay="159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30" presetClass="entr" presetSubtype="0" accel="8000" decel="18000" fill="hold" grpId="0" nodeType="withEffect">
                                  <p:stCondLst>
                                    <p:cond delay="1675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352" decel="100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352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352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352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30" presetClass="entr" presetSubtype="0" accel="8000" decel="18000" fill="hold" grpId="0" nodeType="withEffect">
                                  <p:stCondLst>
                                    <p:cond delay="1845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2" decel="100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352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352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352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nodeType="withEffect">
                                  <p:stCondLst>
                                    <p:cond delay="193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30" presetClass="entr" presetSubtype="0" accel="8000" decel="18000" fill="hold" grpId="0" nodeType="withEffect">
                                  <p:stCondLst>
                                    <p:cond delay="2015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52" decel="100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352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352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352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22" presetClass="entr" presetSubtype="8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30" presetClass="entr" presetSubtype="0" accel="8000" decel="18000" fill="hold" grpId="0" nodeType="withEffect">
                                  <p:stCondLst>
                                    <p:cond delay="2185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352" decel="100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352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352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352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0" grpId="0" animBg="1"/>
      <p:bldP spid="11" grpId="0" animBg="1"/>
      <p:bldP spid="12" grpId="0" animBg="1"/>
      <p:bldP spid="15" grpId="0" animBg="1"/>
      <p:bldP spid="16" grpId="0" animBg="1"/>
      <p:bldP spid="17" grpId="0" animBg="1"/>
      <p:bldP spid="19" grpId="0" animBg="1"/>
      <p:bldP spid="21" grpId="0" animBg="1"/>
      <p:bldP spid="23" grpId="0" animBg="1"/>
      <p:bldP spid="25" grpId="0" animBg="1"/>
      <p:bldP spid="27" grpId="0" animBg="1"/>
      <p:bldP spid="2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RECOMMENDATION · BEHAVIOR SIGNALS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744200" y="32918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24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91440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B7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HYBRID SIGNALS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261872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2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把用户操作变成可计算的推荐信号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94944" y="2139696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D4D4D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推荐模块不训练复杂模型，而是把浏览、详情、点击与预订意图转换成权重，再融合协同过滤、房型特征和热度补偿。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3429000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5B7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 01</a:t>
            </a:r>
            <a:endParaRPr lang="en-US" sz="680" dirty="0"/>
          </a:p>
        </p:txBody>
      </p:sp>
      <p:sp>
        <p:nvSpPr>
          <p:cNvPr id="8" name="Shape 6"/>
          <p:cNvSpPr/>
          <p:nvPr/>
        </p:nvSpPr>
        <p:spPr>
          <a:xfrm>
            <a:off x="1901952" y="3474720"/>
            <a:ext cx="914400" cy="0"/>
          </a:xfrm>
          <a:prstGeom prst="line">
            <a:avLst/>
          </a:prstGeom>
          <a:noFill/>
          <a:ln w="38100">
            <a:solidFill>
              <a:srgbClr val="5B7B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0" y="33101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331012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浏览房型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33101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D4D4D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记录基础兴趣入口</a:t>
            </a:r>
            <a:endParaRPr lang="en-US" sz="103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3995928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5B7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 02</a:t>
            </a:r>
            <a:endParaRPr lang="en-US" sz="680" dirty="0"/>
          </a:p>
        </p:txBody>
      </p:sp>
      <p:sp>
        <p:nvSpPr>
          <p:cNvPr id="13" name="Shape 11"/>
          <p:cNvSpPr/>
          <p:nvPr/>
        </p:nvSpPr>
        <p:spPr>
          <a:xfrm>
            <a:off x="1901952" y="4041648"/>
            <a:ext cx="1298448" cy="0"/>
          </a:xfrm>
          <a:prstGeom prst="line">
            <a:avLst/>
          </a:prstGeom>
          <a:noFill/>
          <a:ln w="38100">
            <a:solidFill>
              <a:srgbClr val="5B7B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57600" y="38770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detail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387705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查看详情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387705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D4D4D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提高房型属性匹配权重</a:t>
            </a:r>
            <a:endParaRPr lang="en-US" sz="103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4562856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5B7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 03</a:t>
            </a:r>
            <a:endParaRPr lang="en-US" sz="680" dirty="0"/>
          </a:p>
        </p:txBody>
      </p:sp>
      <p:sp>
        <p:nvSpPr>
          <p:cNvPr id="18" name="Shape 16"/>
          <p:cNvSpPr/>
          <p:nvPr/>
        </p:nvSpPr>
        <p:spPr>
          <a:xfrm>
            <a:off x="1901952" y="4608576"/>
            <a:ext cx="1682496" cy="0"/>
          </a:xfrm>
          <a:prstGeom prst="line">
            <a:avLst/>
          </a:prstGeom>
          <a:noFill/>
          <a:ln w="38100">
            <a:solidFill>
              <a:srgbClr val="5B7B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57600" y="44439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709160" y="444398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点击推荐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172200" y="4443984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D4D4D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反馈推荐结果是否有效</a:t>
            </a:r>
            <a:endParaRPr lang="en-US" sz="1030" dirty="0"/>
          </a:p>
        </p:txBody>
      </p:sp>
      <p:sp>
        <p:nvSpPr>
          <p:cNvPr id="22" name="Text 20"/>
          <p:cNvSpPr txBox="1"/>
          <p:nvPr/>
        </p:nvSpPr>
        <p:spPr>
          <a:xfrm>
            <a:off x="713232" y="5129784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5B7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 04</a:t>
            </a:r>
            <a:endParaRPr lang="en-US" sz="680" dirty="0"/>
          </a:p>
        </p:txBody>
      </p:sp>
      <p:sp>
        <p:nvSpPr>
          <p:cNvPr id="23" name="Shape 21"/>
          <p:cNvSpPr/>
          <p:nvPr/>
        </p:nvSpPr>
        <p:spPr>
          <a:xfrm>
            <a:off x="1901952" y="5175504"/>
            <a:ext cx="2066544" cy="0"/>
          </a:xfrm>
          <a:prstGeom prst="line">
            <a:avLst/>
          </a:prstGeom>
          <a:noFill/>
          <a:ln w="38100">
            <a:solidFill>
              <a:srgbClr val="5B7B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657600" y="50109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709160" y="501091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预订意图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172200" y="50109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D4D4D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作为更强行为信号进入融合打分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566928" y="6272784"/>
            <a:ext cx="5120640" cy="0"/>
          </a:xfrm>
          <a:prstGeom prst="line">
            <a:avLst/>
          </a:prstGeom>
          <a:noFill/>
          <a:ln w="4445">
            <a:solidFill>
              <a:srgbClr val="FFFFFF">
                <a:alpha val="42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66928" y="643737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RECOMMENDATION SIGNAL LEDGER</a:t>
            </a:r>
            <a:endParaRPr lang="en-US" sz="680" dirty="0"/>
          </a:p>
        </p:txBody>
      </p:sp>
      <p:sp>
        <p:nvSpPr>
          <p:cNvPr id="29" name="Shape 27"/>
          <p:cNvSpPr/>
          <p:nvPr/>
        </p:nvSpPr>
        <p:spPr>
          <a:xfrm>
            <a:off x="5532120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50992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69864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88736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07608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26480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45352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64224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83096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01968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20840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39712" y="6565392"/>
            <a:ext cx="41148" cy="411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58584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077456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196328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315200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34072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552944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671816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790688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909560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28432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147304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66176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9802368" y="6446520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5B7B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← → 翻页 · B 动态 · ESC 索引</a:t>
            </a:r>
            <a:endParaRPr lang="en-US" sz="72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accel="8000" decel="1800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2" decel="10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52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52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52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0" presetClass="entr" presetSubtype="0" accel="8000" decel="18000" fill="hold" grpId="0" nodeType="withEffect">
                                  <p:stCondLst>
                                    <p:cond delay="14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2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352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52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52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30" presetClass="entr" presetSubtype="0" accel="8000" decel="1800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2" decel="10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352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52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52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0" presetClass="entr" presetSubtype="0" accel="8000" decel="1800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2" decel="100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352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52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52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0" presetClass="entr" presetSubtype="0" accel="8000" decel="18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2" decel="100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352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352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52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30" presetClass="entr" presetSubtype="0" accel="8000" decel="18000" fill="hold" grpId="0" nodeType="withEffect">
                                  <p:stCondLst>
                                    <p:cond delay="485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2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352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352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352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30" presetClass="entr" presetSubtype="0" accel="8000" decel="1800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2" decel="100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352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352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352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nodeType="withEffect">
                                  <p:stCondLst>
                                    <p:cond delay="655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0" presetClass="entr" presetSubtype="0" accel="8000" decel="1800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52" decel="100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352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352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352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30" presetClass="entr" presetSubtype="0" accel="8000" decel="18000" fill="hold" grpId="0" nodeType="withEffect">
                                  <p:stCondLst>
                                    <p:cond delay="825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52" decel="100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352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352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352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30" presetClass="entr" presetSubtype="0" accel="8000" decel="18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52" decel="100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352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352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52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30" presetClass="entr" presetSubtype="0" accel="8000" decel="18000" fill="hold" grpId="0" nodeType="withEffect">
                                  <p:stCondLst>
                                    <p:cond delay="995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352" decel="100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352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352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352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30" presetClass="entr" presetSubtype="0" accel="8000" decel="18000" fill="hold" grpId="0" nodeType="withEffect">
                                  <p:stCondLst>
                                    <p:cond delay="1165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352" decel="100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352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352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352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30" presetClass="entr" presetSubtype="0" accel="8000" decel="18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52" decel="100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352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352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352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30" presetClass="entr" presetSubtype="0" accel="8000" decel="18000" fill="hold" grpId="0" nodeType="withEffect">
                                  <p:stCondLst>
                                    <p:cond delay="1335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52" decel="100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352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352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352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30" presetClass="entr" presetSubtype="0" accel="8000" decel="18000" fill="hold" grpId="0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352" decel="100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352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352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352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nodeType="withEffect">
                                  <p:stCondLst>
                                    <p:cond delay="1505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30" presetClass="entr" presetSubtype="0" accel="8000" decel="18000" fill="hold" grpId="0" nodeType="withEffect">
                                  <p:stCondLst>
                                    <p:cond delay="159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52" decel="100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352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352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352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30" presetClass="entr" presetSubtype="0" accel="8000" decel="18000" fill="hold" grpId="0" nodeType="withEffect">
                                  <p:stCondLst>
                                    <p:cond delay="1675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352" decel="100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352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352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352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30" presetClass="entr" presetSubtype="0" accel="8000" decel="1800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352" decel="100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352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352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352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30" presetClass="entr" presetSubtype="0" accel="8000" decel="18000" fill="hold" grpId="0" nodeType="withEffect">
                                  <p:stCondLst>
                                    <p:cond delay="1845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352" decel="100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1" dur="352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352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352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22" presetClass="entr" presetSubtype="8" fill="hold" nodeType="withEffect">
                                  <p:stCondLst>
                                    <p:cond delay="193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ALGORITHM · SCORE BLEND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744200" y="32918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24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0241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ALGORITHM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353312"/>
            <a:ext cx="94183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900" dirty="0">
                <a:solidFill>
                  <a:srgbClr val="0A0A0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Recommendation Formula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676656" y="233172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轻量混合推荐：有历史行为时融合协同、属性与热度，冷启动时侧重属性和热度。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58368" y="2743200"/>
            <a:ext cx="10881360" cy="868680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94436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.48C + .37N + .15Pop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6995160" y="29900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Cold start: S = .68N + .32Pop</a:t>
            </a:r>
            <a:endParaRPr lang="en-US" sz="1140" dirty="0"/>
          </a:p>
        </p:txBody>
      </p:sp>
      <p:sp>
        <p:nvSpPr>
          <p:cNvPr id="10" name="Shape 8"/>
          <p:cNvSpPr/>
          <p:nvPr/>
        </p:nvSpPr>
        <p:spPr>
          <a:xfrm>
            <a:off x="658368" y="4160520"/>
            <a:ext cx="2971800" cy="0"/>
          </a:xfrm>
          <a:prstGeom prst="line">
            <a:avLst/>
          </a:prstGeom>
          <a:noFill/>
          <a:ln w="17780">
            <a:solidFill>
              <a:srgbClr val="002FA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432511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2F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0.48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487375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Collaborative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53035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相似住客带来的协同过滤分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361688" y="4160520"/>
            <a:ext cx="2971800" cy="0"/>
          </a:xfrm>
          <a:prstGeom prst="line">
            <a:avLst/>
          </a:prstGeom>
          <a:noFill/>
          <a:ln w="17780">
            <a:solidFill>
              <a:srgbClr val="002FA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61688" y="432511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0A0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0.37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4361688" y="487375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Feature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361688" y="53035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价格、面积、可住人数、折扣率和会员等级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8065008" y="4160520"/>
            <a:ext cx="2971800" cy="0"/>
          </a:xfrm>
          <a:prstGeom prst="line">
            <a:avLst/>
          </a:prstGeom>
          <a:noFill/>
          <a:ln w="17780">
            <a:solidFill>
              <a:srgbClr val="002FA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65008" y="432511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0A0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0.15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8065008" y="487375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Popularity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065008" y="53035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热门房型与行为热度补偿</a:t>
            </a:r>
            <a:endParaRPr lang="en-US" sz="1020" dirty="0"/>
          </a:p>
        </p:txBody>
      </p:sp>
      <p:sp>
        <p:nvSpPr>
          <p:cNvPr id="22" name="Text 20"/>
          <p:cNvSpPr txBox="1"/>
          <p:nvPr/>
        </p:nvSpPr>
        <p:spPr>
          <a:xfrm>
            <a:off x="694944" y="5925312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接口返回推荐房型、排序分数和推荐理由，便于解释和调试。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6272784"/>
            <a:ext cx="5120640" cy="0"/>
          </a:xfrm>
          <a:prstGeom prst="line">
            <a:avLst/>
          </a:prstGeom>
          <a:noFill/>
          <a:ln w="4445">
            <a:solidFill>
              <a:srgbClr val="737373">
                <a:alpha val="4200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6928" y="643737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GOHOTEL · SWISS IKB DECK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553212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5099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6986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8873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0760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4535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6422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8309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0196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2084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3971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58584" y="6565392"/>
            <a:ext cx="41148" cy="41148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07745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19632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31520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3407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55294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67181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79068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90956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02843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14730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26617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802368" y="6446520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002FA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← → 翻页 · B 动态 · ESC 索引</a:t>
            </a:r>
            <a:endParaRPr lang="en-US" sz="72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accel="8000" decel="1800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2" decel="10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52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52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52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0" presetClass="entr" presetSubtype="0" accel="8000" decel="18000" fill="hold" grpId="0" nodeType="withEffect">
                                  <p:stCondLst>
                                    <p:cond delay="14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2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352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52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52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30" presetClass="entr" presetSubtype="0" accel="8000" decel="1800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2" decel="10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352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52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52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0" presetClass="entr" presetSubtype="0" accel="8000" decel="18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2" decel="100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352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52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52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30" presetClass="entr" presetSubtype="0" accel="8000" decel="18000" fill="hold" grpId="0" nodeType="withEffect">
                                  <p:stCondLst>
                                    <p:cond delay="485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2" decel="100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352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352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52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0" presetClass="entr" presetSubtype="0" accel="8000" decel="18000" fill="hold" grpId="0" nodeType="withEffect">
                                  <p:stCondLst>
                                    <p:cond delay="655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2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352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352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352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0" presetClass="entr" presetSubtype="0" accel="8000" decel="18000" fill="hold" grpId="0" nodeType="withEffect">
                                  <p:stCondLst>
                                    <p:cond delay="825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52" decel="100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352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352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352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0" presetClass="entr" presetSubtype="0" accel="8000" decel="18000" fill="hold" grpId="0" nodeType="withEffect">
                                  <p:stCondLst>
                                    <p:cond delay="995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52" decel="100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352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352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352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30" presetClass="entr" presetSubtype="0" accel="8000" decel="1800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52" decel="100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352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52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352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30" presetClass="entr" presetSubtype="0" accel="8000" decel="18000" fill="hold" grpId="0" nodeType="withEffect">
                                  <p:stCondLst>
                                    <p:cond delay="116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52" decel="100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352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352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352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30" presetClass="entr" presetSubtype="0" accel="8000" decel="18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52" decel="100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352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352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352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30" presetClass="entr" presetSubtype="0" accel="8000" decel="18000" fill="hold" grpId="0" nodeType="withEffect">
                                  <p:stCondLst>
                                    <p:cond delay="1335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352" decel="100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352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352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352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30" presetClass="entr" presetSubtype="0" accel="8000" decel="18000" fill="hold" grpId="0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2" decel="100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352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352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352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30" presetClass="entr" presetSubtype="0" accel="8000" decel="18000" fill="hold" grpId="0" nodeType="withEffect">
                                  <p:stCondLst>
                                    <p:cond delay="1505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352" decel="100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352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352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352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30" presetClass="entr" presetSubtype="0" accel="8000" decel="18000" fill="hold" grpId="0" nodeType="withEffect">
                                  <p:stCondLst>
                                    <p:cond delay="159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352" decel="100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352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352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352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GUEST MINI PROGRAM · SCREENS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744200" y="32918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24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0241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GUEST MINI PROGRAM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353312"/>
            <a:ext cx="68580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100" dirty="0">
                <a:solidFill>
                  <a:srgbClr val="0A0A0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 Side Evidence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76656" y="23317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住客端围绕“看房、订房、查订单”展开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58368" y="2432304"/>
            <a:ext cx="3154680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0" descr="小程序首页和房型列表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438" y="2505456"/>
            <a:ext cx="2024540" cy="212140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58368" y="2432304"/>
            <a:ext cx="3154680" cy="0"/>
          </a:xfrm>
          <a:prstGeom prst="line">
            <a:avLst/>
          </a:prstGeom>
          <a:noFill/>
          <a:ln w="17780">
            <a:solidFill>
              <a:srgbClr val="002FA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8368" y="49560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HOME / ROOM LIST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361688" y="2432304"/>
            <a:ext cx="3154680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房间详情和确认订单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6758" y="2505456"/>
            <a:ext cx="2024540" cy="212140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361688" y="2432304"/>
            <a:ext cx="3154680" cy="0"/>
          </a:xfrm>
          <a:prstGeom prst="line">
            <a:avLst/>
          </a:prstGeom>
          <a:noFill/>
          <a:ln w="17780">
            <a:solidFill>
              <a:srgbClr val="002FA7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361688" y="49560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DETAIL / BOOKING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8065008" y="2432304"/>
            <a:ext cx="3154680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2" descr="订单流程截图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0078" y="2505456"/>
            <a:ext cx="2024540" cy="212140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8065008" y="2432304"/>
            <a:ext cx="3154680" cy="0"/>
          </a:xfrm>
          <a:prstGeom prst="line">
            <a:avLst/>
          </a:prstGeom>
          <a:noFill/>
          <a:ln w="17780">
            <a:solidFill>
              <a:srgbClr val="002FA7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8065008" y="49560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ORDER STATUS</a:t>
            </a:r>
            <a:endParaRPr lang="en-US" sz="750" dirty="0"/>
          </a:p>
        </p:txBody>
      </p:sp>
      <p:sp>
        <p:nvSpPr>
          <p:cNvPr id="19" name="Shape 14"/>
          <p:cNvSpPr/>
          <p:nvPr/>
        </p:nvSpPr>
        <p:spPr>
          <a:xfrm>
            <a:off x="566928" y="6272784"/>
            <a:ext cx="5120640" cy="0"/>
          </a:xfrm>
          <a:prstGeom prst="line">
            <a:avLst/>
          </a:prstGeom>
          <a:noFill/>
          <a:ln w="4445">
            <a:solidFill>
              <a:srgbClr val="737373">
                <a:alpha val="4200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66928" y="643737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GOHOTEL · SWISS IKB DECK</a:t>
            </a:r>
            <a:endParaRPr lang="en-US" sz="680" dirty="0"/>
          </a:p>
        </p:txBody>
      </p:sp>
      <p:sp>
        <p:nvSpPr>
          <p:cNvPr id="21" name="Shape 16"/>
          <p:cNvSpPr/>
          <p:nvPr/>
        </p:nvSpPr>
        <p:spPr>
          <a:xfrm>
            <a:off x="553212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65099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76986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88873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00760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12648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24535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36422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48309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60196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72084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683971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695858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7077456" y="6565392"/>
            <a:ext cx="41148" cy="41148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19632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731520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743407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755294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767181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779068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790956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802843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814730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826617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5" name="Text 40"/>
          <p:cNvSpPr txBox="1"/>
          <p:nvPr/>
        </p:nvSpPr>
        <p:spPr>
          <a:xfrm>
            <a:off x="9802368" y="6446520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002FA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← → 翻页 · B 动态 · ESC 索引</a:t>
            </a:r>
            <a:endParaRPr lang="en-US" sz="72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accel="8000" decel="1800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2" decel="10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52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52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52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0" presetClass="entr" presetSubtype="0" accel="8000" decel="18000" fill="hold" grpId="0" nodeType="withEffect">
                                  <p:stCondLst>
                                    <p:cond delay="14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2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352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52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52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accel="8000" decel="18000" fill="hold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0" presetClass="entr" presetSubtype="0" accel="8000" decel="18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2" decel="10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352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52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52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accel="8000" decel="18000" fill="hold" nodeType="withEffect">
                                  <p:stCondLst>
                                    <p:cond delay="48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accel="8000" decel="18000" fill="hold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65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accel="8000" decel="1800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accel="8000" decel="18000" fill="hold" nodeType="withEffect">
                                  <p:stCondLst>
                                    <p:cond delay="82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6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accel="8000" decel="18000" fill="hold" nodeType="withEffect">
                                  <p:stCondLst>
                                    <p:cond delay="99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0" presetClass="entr" presetSubtype="0" accel="8000" decel="1800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2" decel="100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352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352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52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30" presetClass="entr" presetSubtype="0" accel="8000" decel="18000" fill="hold" grpId="0" nodeType="withEffect">
                                  <p:stCondLst>
                                    <p:cond delay="1165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52" decel="100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352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352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352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30" presetClass="entr" presetSubtype="0" accel="8000" decel="18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52" decel="100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352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352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352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0" grpId="0" animBg="1"/>
      <p:bldP spid="14" grpId="0" animBg="1"/>
      <p:bldP spid="1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42032" y="329184"/>
            <a:ext cx="7205472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小程序房间详情与确认订单界面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381" y="402336"/>
            <a:ext cx="3420775" cy="358444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542032" y="329184"/>
            <a:ext cx="7205472" cy="0"/>
          </a:xfrm>
          <a:prstGeom prst="line">
            <a:avLst/>
          </a:prstGeom>
          <a:noFill/>
          <a:ln w="17780">
            <a:solidFill>
              <a:srgbClr val="002FA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66928" y="329184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GUEST FLOW · BOOKING SUBMIT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0744200" y="32918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24</a:t>
            </a:r>
            <a:endParaRPr lang="en-US" sz="75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459028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Microsoft YaHei UI Light" pitchFamily="34" charset="0"/>
                <a:ea typeface="Microsoft YaHei UI Light" pitchFamily="34" charset="-122"/>
                <a:cs typeface="Microsoft YaHei UI Light" pitchFamily="34" charset="-120"/>
              </a:rPr>
              <a:t>预约提交链路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5193792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小程序端只采集入住人、手机号、身份证、日期和特殊需求；日期合法性、库存可用性、价格计算和库存扣减都在后端完成。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6355080" y="4645152"/>
            <a:ext cx="1463040" cy="0"/>
          </a:xfrm>
          <a:prstGeom prst="line">
            <a:avLst/>
          </a:prstGeom>
          <a:noFill/>
          <a:ln w="17780">
            <a:solidFill>
              <a:srgbClr val="002FA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55080" y="480974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0A0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date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6355080" y="5358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入住与离店日期区间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302752" y="4645152"/>
            <a:ext cx="1463040" cy="0"/>
          </a:xfrm>
          <a:prstGeom prst="line">
            <a:avLst/>
          </a:prstGeom>
          <a:noFill/>
          <a:ln w="17780">
            <a:solidFill>
              <a:srgbClr val="002FA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02752" y="480974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0A0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stock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8302752" y="5358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房型日期库存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0250424" y="4645152"/>
            <a:ext cx="1463040" cy="0"/>
          </a:xfrm>
          <a:prstGeom prst="line">
            <a:avLst/>
          </a:prstGeom>
          <a:noFill/>
          <a:ln w="17780">
            <a:solidFill>
              <a:srgbClr val="002FA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250424" y="480974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0A0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order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10250424" y="5358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创建订单并扣减库存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66928" y="6272784"/>
            <a:ext cx="5120640" cy="0"/>
          </a:xfrm>
          <a:prstGeom prst="line">
            <a:avLst/>
          </a:prstGeom>
          <a:noFill/>
          <a:ln w="4445">
            <a:solidFill>
              <a:srgbClr val="737373">
                <a:alpha val="4200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66928" y="643737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GOHOTEL · SWISS IKB DECK</a:t>
            </a:r>
            <a:endParaRPr lang="en-US" sz="680" dirty="0"/>
          </a:p>
        </p:txBody>
      </p:sp>
      <p:sp>
        <p:nvSpPr>
          <p:cNvPr id="20" name="Shape 17"/>
          <p:cNvSpPr/>
          <p:nvPr/>
        </p:nvSpPr>
        <p:spPr>
          <a:xfrm>
            <a:off x="553212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5099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6986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88873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0760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12648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24535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36422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48309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60196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72084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83971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95858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07745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196328" y="6565392"/>
            <a:ext cx="41148" cy="41148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31520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43407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55294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67181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79068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90956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02843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14730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26617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802368" y="6446520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002FA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← → 翻页 · B 动态 · ESC 索引</a:t>
            </a:r>
            <a:endParaRPr lang="en-US" sz="72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8000" decel="1800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6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accel="8000" decel="18000" fill="hold" nodeType="withEffect">
                                  <p:stCondLst>
                                    <p:cond delay="145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0" presetClass="entr" presetSubtype="0" accel="8000" decel="1800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2" decel="100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352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52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52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48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0" presetClass="entr" presetSubtype="0" accel="8000" decel="1800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2" decel="100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352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52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52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30" presetClass="entr" presetSubtype="0" accel="8000" decel="18000" fill="hold" grpId="0" nodeType="withEffect">
                                  <p:stCondLst>
                                    <p:cond delay="655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2" decel="100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352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352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352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30" presetClass="entr" presetSubtype="0" accel="8000" decel="1800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2" decel="100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352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52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352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30" presetClass="entr" presetSubtype="0" accel="8000" decel="18000" fill="hold" grpId="0" nodeType="withEffect">
                                  <p:stCondLst>
                                    <p:cond delay="825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2" decel="100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352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352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352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30" presetClass="entr" presetSubtype="0" accel="8000" decel="18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2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352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352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52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30" presetClass="entr" presetSubtype="0" accel="8000" decel="18000" fill="hold" grpId="0" nodeType="withEffect">
                                  <p:stCondLst>
                                    <p:cond delay="995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52" decel="100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352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352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352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30" presetClass="entr" presetSubtype="0" accel="8000" decel="1800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352" decel="100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352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352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352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42032" y="329184"/>
            <a:ext cx="7205472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管理端运营控制台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0248" y="402336"/>
            <a:ext cx="5309041" cy="358444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542032" y="329184"/>
            <a:ext cx="7205472" cy="0"/>
          </a:xfrm>
          <a:prstGeom prst="line">
            <a:avLst/>
          </a:prstGeom>
          <a:noFill/>
          <a:ln w="17780">
            <a:solidFill>
              <a:srgbClr val="002FA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66928" y="329184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 CONSOLE · OPERATION DASHBOARD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0744200" y="32918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24</a:t>
            </a:r>
            <a:endParaRPr lang="en-US" sz="75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459028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Microsoft YaHei UI Light" pitchFamily="34" charset="0"/>
                <a:ea typeface="Microsoft YaHei UI Light" pitchFamily="34" charset="-122"/>
                <a:cs typeface="Microsoft YaHei UI Light" pitchFamily="34" charset="-120"/>
              </a:rPr>
              <a:t>运营控制台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5193792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控制台集中展示入住率、在住房间、待处理工单、订单与房态入口，帮助值班人员快速进入处理任务。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6355080" y="4645152"/>
            <a:ext cx="1463040" cy="0"/>
          </a:xfrm>
          <a:prstGeom prst="line">
            <a:avLst/>
          </a:prstGeom>
          <a:noFill/>
          <a:ln w="17780">
            <a:solidFill>
              <a:srgbClr val="002FA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55080" y="480974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0A0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Order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6355080" y="5358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统一查看和确认订单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302752" y="4645152"/>
            <a:ext cx="1463040" cy="0"/>
          </a:xfrm>
          <a:prstGeom prst="line">
            <a:avLst/>
          </a:prstGeom>
          <a:noFill/>
          <a:ln w="17780">
            <a:solidFill>
              <a:srgbClr val="002FA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02752" y="480974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0A0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Room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8302752" y="5358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房间、库存与清洁状态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0250424" y="4645152"/>
            <a:ext cx="1463040" cy="0"/>
          </a:xfrm>
          <a:prstGeom prst="line">
            <a:avLst/>
          </a:prstGeom>
          <a:noFill/>
          <a:ln w="17780">
            <a:solidFill>
              <a:srgbClr val="002FA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250424" y="480974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0A0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Todo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10250424" y="5358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工单与运营任务入口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66928" y="6272784"/>
            <a:ext cx="5120640" cy="0"/>
          </a:xfrm>
          <a:prstGeom prst="line">
            <a:avLst/>
          </a:prstGeom>
          <a:noFill/>
          <a:ln w="4445">
            <a:solidFill>
              <a:srgbClr val="737373">
                <a:alpha val="4200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66928" y="643737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GOHOTEL · SWISS IKB DECK</a:t>
            </a:r>
            <a:endParaRPr lang="en-US" sz="680" dirty="0"/>
          </a:p>
        </p:txBody>
      </p:sp>
      <p:sp>
        <p:nvSpPr>
          <p:cNvPr id="20" name="Shape 17"/>
          <p:cNvSpPr/>
          <p:nvPr/>
        </p:nvSpPr>
        <p:spPr>
          <a:xfrm>
            <a:off x="553212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5099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6986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88873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0760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12648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24535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36422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48309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60196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72084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83971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95858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07745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19632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315200" y="6565392"/>
            <a:ext cx="41148" cy="41148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43407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55294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67181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79068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90956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02843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14730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26617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802368" y="6446520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002FA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← → 翻页 · B 动态 · ESC 索引</a:t>
            </a:r>
            <a:endParaRPr lang="en-US" sz="72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8000" decel="1800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6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accel="8000" decel="18000" fill="hold" nodeType="withEffect">
                                  <p:stCondLst>
                                    <p:cond delay="145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0" presetClass="entr" presetSubtype="0" accel="8000" decel="1800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2" decel="100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352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52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52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48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0" presetClass="entr" presetSubtype="0" accel="8000" decel="1800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2" decel="100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352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52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52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30" presetClass="entr" presetSubtype="0" accel="8000" decel="18000" fill="hold" grpId="0" nodeType="withEffect">
                                  <p:stCondLst>
                                    <p:cond delay="655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2" decel="100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352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352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352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30" presetClass="entr" presetSubtype="0" accel="8000" decel="1800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2" decel="100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352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52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352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30" presetClass="entr" presetSubtype="0" accel="8000" decel="18000" fill="hold" grpId="0" nodeType="withEffect">
                                  <p:stCondLst>
                                    <p:cond delay="825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2" decel="100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352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352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352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30" presetClass="entr" presetSubtype="0" accel="8000" decel="18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2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352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352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52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30" presetClass="entr" presetSubtype="0" accel="8000" decel="18000" fill="hold" grpId="0" nodeType="withEffect">
                                  <p:stCondLst>
                                    <p:cond delay="995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52" decel="100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352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352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352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30" presetClass="entr" presetSubtype="0" accel="8000" decel="1800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352" decel="100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352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352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352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 OPERATIONS · EVIDENCE GRID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744200" y="32918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24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0241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 OPERATIONS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353312"/>
            <a:ext cx="91440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0A0A0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Management Side Evidence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76656" y="23317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管理端承载订单、房态和库存价格三类核心任务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58368" y="2432304"/>
            <a:ext cx="3154680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0" descr="订单管理界面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563368"/>
            <a:ext cx="3008376" cy="200558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58368" y="2432304"/>
            <a:ext cx="3154680" cy="0"/>
          </a:xfrm>
          <a:prstGeom prst="line">
            <a:avLst/>
          </a:prstGeom>
          <a:noFill/>
          <a:ln w="17780">
            <a:solidFill>
              <a:srgbClr val="002FA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58368" y="49560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ORDER MANAGEMENT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361688" y="2432304"/>
            <a:ext cx="3154680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房间可视化界面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2563368"/>
            <a:ext cx="3008376" cy="200558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361688" y="2432304"/>
            <a:ext cx="3154680" cy="0"/>
          </a:xfrm>
          <a:prstGeom prst="line">
            <a:avLst/>
          </a:prstGeom>
          <a:noFill/>
          <a:ln w="17780">
            <a:solidFill>
              <a:srgbClr val="002FA7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361688" y="49560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ROOM VISUALIZATION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8065008" y="2432304"/>
            <a:ext cx="3154680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2" descr="库存矩阵界面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2563368"/>
            <a:ext cx="3008376" cy="2005584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8065008" y="2432304"/>
            <a:ext cx="3154680" cy="0"/>
          </a:xfrm>
          <a:prstGeom prst="line">
            <a:avLst/>
          </a:prstGeom>
          <a:noFill/>
          <a:ln w="17780">
            <a:solidFill>
              <a:srgbClr val="002FA7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8065008" y="49560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INVENTORY MATRIX</a:t>
            </a:r>
            <a:endParaRPr lang="en-US" sz="750" dirty="0"/>
          </a:p>
        </p:txBody>
      </p:sp>
      <p:sp>
        <p:nvSpPr>
          <p:cNvPr id="19" name="Shape 14"/>
          <p:cNvSpPr/>
          <p:nvPr/>
        </p:nvSpPr>
        <p:spPr>
          <a:xfrm>
            <a:off x="566928" y="6272784"/>
            <a:ext cx="5120640" cy="0"/>
          </a:xfrm>
          <a:prstGeom prst="line">
            <a:avLst/>
          </a:prstGeom>
          <a:noFill/>
          <a:ln w="4445">
            <a:solidFill>
              <a:srgbClr val="737373">
                <a:alpha val="4200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66928" y="643737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GOHOTEL · SWISS IKB DECK</a:t>
            </a:r>
            <a:endParaRPr lang="en-US" sz="680" dirty="0"/>
          </a:p>
        </p:txBody>
      </p:sp>
      <p:sp>
        <p:nvSpPr>
          <p:cNvPr id="21" name="Shape 16"/>
          <p:cNvSpPr/>
          <p:nvPr/>
        </p:nvSpPr>
        <p:spPr>
          <a:xfrm>
            <a:off x="553212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65099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76986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88873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00760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12648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24535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36422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48309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60196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72084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683971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695858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707745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19632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731520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7434072" y="6565392"/>
            <a:ext cx="41148" cy="41148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755294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767181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779068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790956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802843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814730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826617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5" name="Text 40"/>
          <p:cNvSpPr txBox="1"/>
          <p:nvPr/>
        </p:nvSpPr>
        <p:spPr>
          <a:xfrm>
            <a:off x="9802368" y="6446520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002FA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← → 翻页 · B 动态 · ESC 索引</a:t>
            </a:r>
            <a:endParaRPr lang="en-US" sz="72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accel="8000" decel="1800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2" decel="10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52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52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52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0" presetClass="entr" presetSubtype="0" accel="8000" decel="18000" fill="hold" grpId="0" nodeType="withEffect">
                                  <p:stCondLst>
                                    <p:cond delay="14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2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352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52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52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accel="8000" decel="18000" fill="hold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0" presetClass="entr" presetSubtype="0" accel="8000" decel="18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2" decel="10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352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52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52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accel="8000" decel="18000" fill="hold" nodeType="withEffect">
                                  <p:stCondLst>
                                    <p:cond delay="48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accel="8000" decel="18000" fill="hold" nodeType="withEffect">
                                  <p:stCondLst>
                                    <p:cond delay="65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6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accel="8000" decel="18000" fill="hold" nodeType="withEffect">
                                  <p:stCondLst>
                                    <p:cond delay="82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accel="8000" decel="18000" fill="hold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accel="8000" decel="18000" fill="hold" nodeType="withEffect">
                                  <p:stCondLst>
                                    <p:cond delay="99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0" presetClass="entr" presetSubtype="0" accel="8000" decel="1800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52" decel="100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352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352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52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30" presetClass="entr" presetSubtype="0" accel="8000" decel="18000" fill="hold" grpId="0" nodeType="withEffect">
                                  <p:stCondLst>
                                    <p:cond delay="1165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52" decel="100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352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352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352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30" presetClass="entr" presetSubtype="0" accel="8000" decel="18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352" decel="100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352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352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352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0" grpId="0" animBg="1"/>
      <p:bldP spid="14" grpId="0" animBg="1"/>
      <p:bldP spid="1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42032" y="329184"/>
            <a:ext cx="7205472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维修清洁工单管理界面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6432" y="402336"/>
            <a:ext cx="5376672" cy="358444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542032" y="329184"/>
            <a:ext cx="7205472" cy="0"/>
          </a:xfrm>
          <a:prstGeom prst="line">
            <a:avLst/>
          </a:prstGeom>
          <a:noFill/>
          <a:ln w="17780">
            <a:solidFill>
              <a:srgbClr val="002FA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66928" y="329184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HOUSEKEEPING · WORK ORDERS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0744200" y="32918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24</a:t>
            </a:r>
            <a:endParaRPr lang="en-US" sz="75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459028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A0A0A"/>
                </a:solidFill>
                <a:latin typeface="Microsoft YaHei UI Light" pitchFamily="34" charset="0"/>
                <a:ea typeface="Microsoft YaHei UI Light" pitchFamily="34" charset="-122"/>
                <a:cs typeface="Microsoft YaHei UI Light" pitchFamily="34" charset="-120"/>
              </a:rPr>
              <a:t>房务工单闭环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5193792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维修工单创建后房间进入 maintenance；维修完成后恢复 available 但标记 dirty；清洁完成后再回到 clean。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6355080" y="4645152"/>
            <a:ext cx="1463040" cy="0"/>
          </a:xfrm>
          <a:prstGeom prst="line">
            <a:avLst/>
          </a:prstGeom>
          <a:noFill/>
          <a:ln w="17780">
            <a:solidFill>
              <a:srgbClr val="002FA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55080" y="480974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0A0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fix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6355080" y="5358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维修工单阻止继续销售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302752" y="4645152"/>
            <a:ext cx="1463040" cy="0"/>
          </a:xfrm>
          <a:prstGeom prst="line">
            <a:avLst/>
          </a:prstGeom>
          <a:noFill/>
          <a:ln w="17780">
            <a:solidFill>
              <a:srgbClr val="002FA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02752" y="480974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0A0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dirty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8302752" y="5358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退房或维修后等待清洁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0250424" y="4645152"/>
            <a:ext cx="1463040" cy="0"/>
          </a:xfrm>
          <a:prstGeom prst="line">
            <a:avLst/>
          </a:prstGeom>
          <a:noFill/>
          <a:ln w="17780">
            <a:solidFill>
              <a:srgbClr val="002FA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250424" y="480974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A0A0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clean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10250424" y="5358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清洁完成后恢复可售条件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66928" y="6272784"/>
            <a:ext cx="5120640" cy="0"/>
          </a:xfrm>
          <a:prstGeom prst="line">
            <a:avLst/>
          </a:prstGeom>
          <a:noFill/>
          <a:ln w="4445">
            <a:solidFill>
              <a:srgbClr val="737373">
                <a:alpha val="4200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66928" y="643737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GOHOTEL · SWISS IKB DECK</a:t>
            </a:r>
            <a:endParaRPr lang="en-US" sz="680" dirty="0"/>
          </a:p>
        </p:txBody>
      </p:sp>
      <p:sp>
        <p:nvSpPr>
          <p:cNvPr id="20" name="Shape 17"/>
          <p:cNvSpPr/>
          <p:nvPr/>
        </p:nvSpPr>
        <p:spPr>
          <a:xfrm>
            <a:off x="553212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5099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6986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88873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0760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12648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24535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36422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48309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60196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72084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83971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95858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07745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19632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31520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43407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552944" y="6565392"/>
            <a:ext cx="41148" cy="41148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67181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79068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90956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02843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14730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26617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802368" y="6446520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002FA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← → 翻页 · B 动态 · ESC 索引</a:t>
            </a:r>
            <a:endParaRPr lang="en-US" sz="72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8000" decel="18000" fill="hold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6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accel="8000" decel="18000" fill="hold" nodeType="withEffect">
                                  <p:stCondLst>
                                    <p:cond delay="145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8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0" presetClass="entr" presetSubtype="0" accel="8000" decel="1800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2" decel="100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352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52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52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485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0" presetClass="entr" presetSubtype="0" accel="8000" decel="1800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2" decel="100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352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52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52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30" presetClass="entr" presetSubtype="0" accel="8000" decel="18000" fill="hold" grpId="0" nodeType="withEffect">
                                  <p:stCondLst>
                                    <p:cond delay="655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52" decel="100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352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352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352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30" presetClass="entr" presetSubtype="0" accel="8000" decel="1800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2" decel="100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352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52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352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30" presetClass="entr" presetSubtype="0" accel="8000" decel="18000" fill="hold" grpId="0" nodeType="withEffect">
                                  <p:stCondLst>
                                    <p:cond delay="825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2" decel="100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352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352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352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30" presetClass="entr" presetSubtype="0" accel="8000" decel="18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2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352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352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52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30" presetClass="entr" presetSubtype="0" accel="8000" decel="18000" fill="hold" grpId="0" nodeType="withEffect">
                                  <p:stCondLst>
                                    <p:cond delay="995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52" decel="100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352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352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352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30" presetClass="entr" presetSubtype="0" accel="8000" decel="1800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352" decel="100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352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352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352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TESTING · COVERAGE LEDGER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744200" y="32918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 24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91440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B7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SCOPE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261872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10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测试围绕后端接口、管理端页面与小程序端流程展开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94944" y="213055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D4D4D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测试环境覆盖 Windows 本地开发环境、Go/Gin/GORM 后端、React 管理端与 UniApp H5 预览环境。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94944" y="2999232"/>
            <a:ext cx="10607040" cy="0"/>
          </a:xfrm>
          <a:prstGeom prst="line">
            <a:avLst/>
          </a:prstGeom>
          <a:noFill/>
          <a:ln w="7620">
            <a:solidFill>
              <a:srgbClr val="737373">
                <a:alpha val="7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3118104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318211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端侧覆盖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318211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D4D4D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后端接口、管理端页面、小程序端页面</a:t>
            </a:r>
            <a:endParaRPr lang="en-US" sz="1040" dirty="0"/>
          </a:p>
        </p:txBody>
      </p:sp>
      <p:sp>
        <p:nvSpPr>
          <p:cNvPr id="11" name="Shape 9"/>
          <p:cNvSpPr/>
          <p:nvPr/>
        </p:nvSpPr>
        <p:spPr>
          <a:xfrm>
            <a:off x="694944" y="3675888"/>
            <a:ext cx="10607040" cy="0"/>
          </a:xfrm>
          <a:prstGeom prst="line">
            <a:avLst/>
          </a:prstGeom>
          <a:noFill/>
          <a:ln w="7620">
            <a:solidFill>
              <a:srgbClr val="737373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3794760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9+</a:t>
            </a:r>
            <a:endParaRPr lang="en-US" sz="23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385876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接口范围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385876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D4D4D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认证、房间、订单、库存、定价、工单、公告、日志等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694944" y="4352544"/>
            <a:ext cx="10607040" cy="0"/>
          </a:xfrm>
          <a:prstGeom prst="line">
            <a:avLst/>
          </a:prstGeom>
          <a:noFill/>
          <a:ln w="7620">
            <a:solidFill>
              <a:srgbClr val="737373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4471416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23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453542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状态流转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4535424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D4D4D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提交、确认、入住、退房、取消、清洁维修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694944" y="5029200"/>
            <a:ext cx="10607040" cy="0"/>
          </a:xfrm>
          <a:prstGeom prst="line">
            <a:avLst/>
          </a:prstGeom>
          <a:noFill/>
          <a:ln w="7620">
            <a:solidFill>
              <a:srgbClr val="737373">
                <a:alpha val="7000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5148072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300" dirty="0"/>
          </a:p>
        </p:txBody>
      </p:sp>
      <p:sp>
        <p:nvSpPr>
          <p:cNvPr id="21" name="Text 19"/>
          <p:cNvSpPr txBox="1"/>
          <p:nvPr/>
        </p:nvSpPr>
        <p:spPr>
          <a:xfrm>
            <a:off x="1828800" y="521208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业务闭环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657600" y="521208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D4D4D2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推荐返回、预约提交、库存扣减和后台处理可运行</a:t>
            </a:r>
            <a:endParaRPr lang="en-US" sz="1040" dirty="0"/>
          </a:p>
        </p:txBody>
      </p:sp>
      <p:sp>
        <p:nvSpPr>
          <p:cNvPr id="23" name="Shape 21"/>
          <p:cNvSpPr/>
          <p:nvPr/>
        </p:nvSpPr>
        <p:spPr>
          <a:xfrm>
            <a:off x="566928" y="6272784"/>
            <a:ext cx="5120640" cy="0"/>
          </a:xfrm>
          <a:prstGeom prst="line">
            <a:avLst/>
          </a:prstGeom>
          <a:noFill/>
          <a:ln w="4445">
            <a:solidFill>
              <a:srgbClr val="FFFFFF">
                <a:alpha val="4200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6928" y="643737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COVERAGE LEDGER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5532120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50992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69864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88736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07608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45352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64224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83096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01968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20840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39712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58584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077456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196328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315200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34072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552944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671816" y="6565392"/>
            <a:ext cx="41148" cy="411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790688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909560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028432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147304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266176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802368" y="6446520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5B7B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← → 翻页 · B 动态 · ESC 索引</a:t>
            </a:r>
            <a:endParaRPr lang="en-US" sz="72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accel="8000" decel="1800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2" decel="10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52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52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52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0" presetClass="entr" presetSubtype="0" accel="8000" decel="18000" fill="hold" grpId="0" nodeType="withEffect">
                                  <p:stCondLst>
                                    <p:cond delay="14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2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352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52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52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30" presetClass="entr" presetSubtype="0" accel="8000" decel="1800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2" decel="10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352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52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52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0" presetClass="entr" presetSubtype="0" accel="8000" decel="18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2" decel="100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352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52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52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30" presetClass="entr" presetSubtype="0" accel="8000" decel="18000" fill="hold" grpId="0" nodeType="withEffect">
                                  <p:stCondLst>
                                    <p:cond delay="485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2" decel="100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352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352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52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30" presetClass="entr" presetSubtype="0" accel="8000" decel="1800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2" decel="100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352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52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352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655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0" presetClass="entr" presetSubtype="0" accel="8000" decel="1800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2" decel="100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352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352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352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30" presetClass="entr" presetSubtype="0" accel="8000" decel="18000" fill="hold" grpId="0" nodeType="withEffect">
                                  <p:stCondLst>
                                    <p:cond delay="825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52" decel="100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352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352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352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30" presetClass="entr" presetSubtype="0" accel="8000" decel="18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2" decel="100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352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352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352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nodeType="withEffect">
                                  <p:stCondLst>
                                    <p:cond delay="99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30" presetClass="entr" presetSubtype="0" accel="8000" decel="1800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52" decel="100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352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352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352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30" presetClass="entr" presetSubtype="0" accel="8000" decel="18000" fill="hold" grpId="0" nodeType="withEffect">
                                  <p:stCondLst>
                                    <p:cond delay="1165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352" decel="100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352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352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352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30" presetClass="entr" presetSubtype="0" accel="8000" decel="18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352" decel="100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352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352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352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nodeType="withEffect">
                                  <p:stCondLst>
                                    <p:cond delay="1335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30" presetClass="entr" presetSubtype="0" accel="8000" decel="18000" fill="hold" grpId="0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2" decel="100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352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352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352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30" presetClass="entr" presetSubtype="0" accel="8000" decel="18000" fill="hold" grpId="0" nodeType="withEffect">
                                  <p:stCondLst>
                                    <p:cond delay="1505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352" decel="100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352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352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352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30" presetClass="entr" presetSubtype="0" accel="8000" decel="18000" fill="hold" grpId="0" nodeType="withEffect">
                                  <p:stCondLst>
                                    <p:cond delay="159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352" decel="100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352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352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352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THESIS EVIDENCE · PROJECT SCALE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744200" y="32918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24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0241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THESIS EVIDENCE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353312"/>
            <a:ext cx="80467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200" dirty="0">
                <a:solidFill>
                  <a:srgbClr val="0A0A0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Documented System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76656" y="2331720"/>
            <a:ext cx="8869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论文材料不是空壳：源文档包含章节结构、实现说明、代码片段、表格与截图，支撑本 PPT 的完整项目展示。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58368" y="3273552"/>
            <a:ext cx="2331720" cy="0"/>
          </a:xfrm>
          <a:prstGeom prst="line">
            <a:avLst/>
          </a:prstGeom>
          <a:noFill/>
          <a:ln w="17780">
            <a:solidFill>
              <a:srgbClr val="002FA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343814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0A0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540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398678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Paragraphs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449884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正文与代码说明段落</a:t>
            </a:r>
            <a:endParaRPr lang="en-US" sz="1010" dirty="0"/>
          </a:p>
        </p:txBody>
      </p:sp>
      <p:sp>
        <p:nvSpPr>
          <p:cNvPr id="11" name="Shape 9"/>
          <p:cNvSpPr/>
          <p:nvPr/>
        </p:nvSpPr>
        <p:spPr>
          <a:xfrm>
            <a:off x="3401568" y="3273552"/>
            <a:ext cx="2331720" cy="0"/>
          </a:xfrm>
          <a:prstGeom prst="line">
            <a:avLst/>
          </a:prstGeom>
          <a:noFill/>
          <a:ln w="17780">
            <a:solidFill>
              <a:srgbClr val="002FA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01568" y="343814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0A0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28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3401568" y="398678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Tables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3401568" y="449884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需求、数据表、状态与测试配置</a:t>
            </a:r>
            <a:endParaRPr lang="en-US" sz="1010" dirty="0"/>
          </a:p>
        </p:txBody>
      </p:sp>
      <p:sp>
        <p:nvSpPr>
          <p:cNvPr id="15" name="Shape 13"/>
          <p:cNvSpPr/>
          <p:nvPr/>
        </p:nvSpPr>
        <p:spPr>
          <a:xfrm>
            <a:off x="6144768" y="3273552"/>
            <a:ext cx="2331720" cy="0"/>
          </a:xfrm>
          <a:prstGeom prst="line">
            <a:avLst/>
          </a:prstGeom>
          <a:noFill/>
          <a:ln w="17780">
            <a:solidFill>
              <a:srgbClr val="002FA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44768" y="343814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0A0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6144768" y="398678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Images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144768" y="449884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架构、流程、页面和测试截图</a:t>
            </a:r>
            <a:endParaRPr lang="en-US" sz="1010" dirty="0"/>
          </a:p>
        </p:txBody>
      </p:sp>
      <p:sp>
        <p:nvSpPr>
          <p:cNvPr id="19" name="Shape 17"/>
          <p:cNvSpPr/>
          <p:nvPr/>
        </p:nvSpPr>
        <p:spPr>
          <a:xfrm>
            <a:off x="8887968" y="3273552"/>
            <a:ext cx="2331720" cy="0"/>
          </a:xfrm>
          <a:prstGeom prst="line">
            <a:avLst/>
          </a:prstGeom>
          <a:noFill/>
          <a:ln w="17780">
            <a:solidFill>
              <a:srgbClr val="002FA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887968" y="343814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2F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29,422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8887968" y="398678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chars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887968" y="449884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指定 `.docx` 论文来源</a:t>
            </a:r>
            <a:endParaRPr lang="en-US" sz="1010" dirty="0"/>
          </a:p>
        </p:txBody>
      </p:sp>
      <p:sp>
        <p:nvSpPr>
          <p:cNvPr id="23" name="Shape 21"/>
          <p:cNvSpPr/>
          <p:nvPr/>
        </p:nvSpPr>
        <p:spPr>
          <a:xfrm>
            <a:off x="658368" y="5376672"/>
            <a:ext cx="10607040" cy="411480"/>
          </a:xfrm>
          <a:prstGeom prst="rect">
            <a:avLst/>
          </a:prstGeom>
          <a:solidFill>
            <a:srgbClr val="F0F0EE"/>
          </a:solidFill>
          <a:ln w="1270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9536" y="5504688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内容来源于指定 `.docx` 论文，不凭空扩展为商业 PMS。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566928" y="6272784"/>
            <a:ext cx="5120640" cy="0"/>
          </a:xfrm>
          <a:prstGeom prst="line">
            <a:avLst/>
          </a:prstGeom>
          <a:noFill/>
          <a:ln w="4445">
            <a:solidFill>
              <a:srgbClr val="737373">
                <a:alpha val="4200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66928" y="643737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GOHOTEL · SWISS IKB DECK</a:t>
            </a:r>
            <a:endParaRPr lang="en-US" sz="680" dirty="0"/>
          </a:p>
        </p:txBody>
      </p:sp>
      <p:sp>
        <p:nvSpPr>
          <p:cNvPr id="27" name="Shape 25"/>
          <p:cNvSpPr/>
          <p:nvPr/>
        </p:nvSpPr>
        <p:spPr>
          <a:xfrm>
            <a:off x="553212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5099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6986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8873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0760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4535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6422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8309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0196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2084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3971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5858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07745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9632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31520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3407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5294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67181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790688" y="6565392"/>
            <a:ext cx="41148" cy="41148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90956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02843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14730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26617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802368" y="6446520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002FA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← → 翻页 · B 动态 · ESC 索引</a:t>
            </a:r>
            <a:endParaRPr lang="en-US" sz="72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accel="8000" decel="1800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2" decel="10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52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52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52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0" presetClass="entr" presetSubtype="0" accel="8000" decel="18000" fill="hold" grpId="0" nodeType="withEffect">
                                  <p:stCondLst>
                                    <p:cond delay="14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2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352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52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52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30" presetClass="entr" presetSubtype="0" accel="8000" decel="1800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2" decel="10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352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52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52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48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0" presetClass="entr" presetSubtype="0" accel="8000" decel="18000" fill="hold" grpId="0" nodeType="withEffect">
                                  <p:stCondLst>
                                    <p:cond delay="65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2" decel="100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352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52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352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30" presetClass="entr" presetSubtype="0" accel="8000" decel="1800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2" decel="100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352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352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352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30" presetClass="entr" presetSubtype="0" accel="8000" decel="18000" fill="hold" grpId="0" nodeType="withEffect">
                                  <p:stCondLst>
                                    <p:cond delay="82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52" decel="100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352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52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352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30" presetClass="entr" presetSubtype="0" accel="8000" decel="18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2" decel="100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352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352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352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30" presetClass="entr" presetSubtype="0" accel="8000" decel="18000" fill="hold" grpId="0" nodeType="withEffect">
                                  <p:stCondLst>
                                    <p:cond delay="995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52" decel="100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352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352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352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30" presetClass="entr" presetSubtype="0" accel="8000" decel="1800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52" decel="100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352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52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352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30" presetClass="entr" presetSubtype="0" accel="8000" decel="18000" fill="hold" grpId="0" nodeType="withEffect">
                                  <p:stCondLst>
                                    <p:cond delay="116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52" decel="100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352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352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352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30" presetClass="entr" presetSubtype="0" accel="8000" decel="18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52" decel="100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352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352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352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30" presetClass="entr" presetSubtype="0" accel="8000" decel="18000" fill="hold" grpId="0" nodeType="withEffect">
                                  <p:stCondLst>
                                    <p:cond delay="1335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352" decel="100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352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352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352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30" presetClass="entr" presetSubtype="0" accel="8000" decel="18000" fill="hold" grpId="0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52" decel="100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352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352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352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30" presetClass="entr" presetSubtype="0" accel="8000" decel="18000" fill="hold" grpId="0" nodeType="withEffect">
                                  <p:stCondLst>
                                    <p:cond delay="1505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352" decel="100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352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352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352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30" presetClass="entr" presetSubtype="0" accel="8000" decel="18000" fill="hold" grpId="0" nodeType="withEffect">
                                  <p:stCondLst>
                                    <p:cond delay="159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352" decel="100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352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352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352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nodeType="withEffect">
                                  <p:stCondLst>
                                    <p:cond delay="1675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30" presetClass="entr" presetSubtype="0" accel="8000" decel="18000" fill="hold" grpId="0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52" decel="100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352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352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352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ENGINEERING POSITION · BOUNDARY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744200" y="32918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 24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0241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ENGINEERING POSITION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353312"/>
            <a:ext cx="9509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900" dirty="0">
                <a:solidFill>
                  <a:srgbClr val="0A0A0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This Project Is / Is Not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676656" y="23317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定位清楚，系统才可信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58368" y="2542032"/>
            <a:ext cx="5074920" cy="2487168"/>
          </a:xfrm>
          <a:prstGeom prst="rect">
            <a:avLst/>
          </a:prstGeom>
          <a:solidFill>
            <a:srgbClr val="F0F0EE"/>
          </a:solidFill>
          <a:ln w="1270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542032"/>
            <a:ext cx="5074920" cy="0"/>
          </a:xfrm>
          <a:prstGeom prst="line">
            <a:avLst/>
          </a:prstGeom>
          <a:noFill/>
          <a:ln w="20320">
            <a:solidFill>
              <a:srgbClr val="0A0A0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743200"/>
            <a:ext cx="4745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No Overclaim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136392"/>
            <a:ext cx="47457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不是完整商业 PMS。论文明确不把系统表述为复杂商业平台或大规模算法系统，避免超出毕业设计范围。</a:t>
            </a:r>
            <a:endParaRPr lang="en-US" sz="1020" dirty="0"/>
          </a:p>
          <a:p>
            <a:pPr marL="0" indent="0" algn="l">
              <a:buNone/>
            </a:pP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不覆盖多门店、渠道分销和复杂收益管理；推荐策略不训练深度模型；优惠券入口未接入真实抵扣流程。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6400800" y="2542032"/>
            <a:ext cx="5074920" cy="2487168"/>
          </a:xfrm>
          <a:prstGeom prst="rect">
            <a:avLst/>
          </a:prstGeom>
          <a:solidFill>
            <a:srgbClr val="F0F0EE"/>
          </a:solidFill>
          <a:ln w="1270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2542032"/>
            <a:ext cx="5074920" cy="0"/>
          </a:xfrm>
          <a:prstGeom prst="line">
            <a:avLst/>
          </a:prstGeom>
          <a:noFill/>
          <a:ln w="20320">
            <a:solidFill>
              <a:srgbClr val="002FA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65392" y="2743200"/>
            <a:ext cx="4745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Yes Engineering Practice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65392" y="3136392"/>
            <a:ext cx="47457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是可运行工程实践。重点验证 Go Web、多端协同、混合推荐、库存定价联动与业务状态建模。</a:t>
            </a:r>
            <a:endParaRPr lang="en-US" sz="1020" dirty="0"/>
          </a:p>
          <a:p>
            <a:pPr marL="0" indent="0" algn="l">
              <a:buNone/>
            </a:pPr>
            <a:endParaRPr lang="en-US" sz="1020" dirty="0"/>
          </a:p>
          <a:p>
            <a:pPr marL="0" indent="0" algn="l">
              <a:buNone/>
            </a:pPr>
            <a:r>
              <a:rPr lang="en-US" sz="102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核心业务链路可以从用户端跑到后台端；推荐接口返回分数与理由；Service 层集中维护状态一致性。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566928" y="6272784"/>
            <a:ext cx="5120640" cy="0"/>
          </a:xfrm>
          <a:prstGeom prst="line">
            <a:avLst/>
          </a:prstGeom>
          <a:noFill/>
          <a:ln w="4445">
            <a:solidFill>
              <a:srgbClr val="737373">
                <a:alpha val="4200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643737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GOHOTEL · SWISS IKB DECK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553212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5099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6986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8873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0760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4535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6422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8309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0196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2084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3971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5858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7745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9632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520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3407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5294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7181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9068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09560" y="6565392"/>
            <a:ext cx="41148" cy="41148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2843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4730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6617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802368" y="6446520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002FA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← → 翻页 · B 动态 · ESC 索引</a:t>
            </a:r>
            <a:endParaRPr lang="en-US" sz="72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accel="8000" decel="1800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2" decel="10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52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52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52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0" presetClass="entr" presetSubtype="0" accel="8000" decel="18000" fill="hold" grpId="0" nodeType="withEffect">
                                  <p:stCondLst>
                                    <p:cond delay="14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2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352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52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52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30" presetClass="entr" presetSubtype="0" accel="8000" decel="1800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2" decel="10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352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52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52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accel="8000" decel="18000" fill="hold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accel="8000" decel="18000" fill="hold" nodeType="withEffect">
                                  <p:stCondLst>
                                    <p:cond delay="48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0" presetClass="entr" presetSubtype="0" accel="8000" decel="18000" fill="hold" grpId="0" nodeType="withEffect">
                                  <p:stCondLst>
                                    <p:cond delay="65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2" decel="100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352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52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352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30" presetClass="entr" presetSubtype="0" accel="8000" decel="1800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52" decel="100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352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352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352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30" presetClass="entr" presetSubtype="0" accel="8000" decel="18000" fill="hold" grpId="0" nodeType="withEffect">
                                  <p:stCondLst>
                                    <p:cond delay="825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52" decel="100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352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52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352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30" presetClass="entr" presetSubtype="0" accel="8000" decel="18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2" decel="100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352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352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352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9" grpId="0" animBg="1"/>
      <p:bldP spid="10" grpId="0" animBg="1"/>
      <p:bldP spid="13" grpId="0" animBg="1"/>
      <p:bldP spid="1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71323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68512" y="71323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87384" y="71323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06256" y="71323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25128" y="71323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0" y="71323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62872" y="71323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81744" y="71323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00616" y="71323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19488" y="71323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738360" y="71323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857232" y="71323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76104" y="71323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94976" y="71323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13848" y="71323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332720" y="71323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51592" y="71323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70464" y="71323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83210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68512" y="83210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87384" y="83210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06256" y="83210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25128" y="83210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0" y="83210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62872" y="83210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81744" y="83210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00616" y="83210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19488" y="83210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738360" y="83210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857232" y="83210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976104" y="83210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094976" y="83210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213848" y="83210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332720" y="83210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451592" y="83210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570464" y="83210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549640" y="95097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668512" y="95097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787384" y="95097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906256" y="95097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025128" y="95097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144000" y="95097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262872" y="95097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381744" y="95097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500616" y="95097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619488" y="95097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738360" y="95097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857232" y="95097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976104" y="95097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094976" y="95097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213848" y="95097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332720" y="95097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451592" y="95097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570464" y="95097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549640" y="1069848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668512" y="1069848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787384" y="1069848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906256" y="1069848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025128" y="1069848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144000" y="1069848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262872" y="1069848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381744" y="1069848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500616" y="1069848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619488" y="1069848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738360" y="1069848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857232" y="1069848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976104" y="1069848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094976" y="1069848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213848" y="1069848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332720" y="1069848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451592" y="1069848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570464" y="1069848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549640" y="1188720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668512" y="1188720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787384" y="1188720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906256" y="1188720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025128" y="1188720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144000" y="1188720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262872" y="1188720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381744" y="1188720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500616" y="1188720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619488" y="1188720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738360" y="1188720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857232" y="1188720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976104" y="1188720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0094976" y="1188720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0213848" y="1188720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0332720" y="1188720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0451592" y="1188720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570464" y="1188720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549640" y="130759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668512" y="130759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787384" y="130759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906256" y="130759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025128" y="130759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144000" y="130759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262872" y="130759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381744" y="130759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500616" y="130759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619488" y="130759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738360" y="130759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857232" y="130759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976104" y="130759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0094976" y="130759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0213848" y="130759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0332720" y="130759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0451592" y="130759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0570464" y="130759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549640" y="142646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668512" y="142646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787384" y="142646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906256" y="142646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9025128" y="142646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9144000" y="142646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9262872" y="142646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9381744" y="142646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9500616" y="142646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9619488" y="142646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9738360" y="142646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9857232" y="142646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9976104" y="142646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0094976" y="142646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0213848" y="142646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0332720" y="142646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0451592" y="142646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10570464" y="142646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549640" y="154533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668512" y="154533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787384" y="154533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8906256" y="154533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9025128" y="154533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9144000" y="154533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9262872" y="154533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9381744" y="154533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9500616" y="154533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9619488" y="154533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9738360" y="154533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9857232" y="154533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9976104" y="154533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0094976" y="154533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0213848" y="154533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0332720" y="154533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0451592" y="154533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0570464" y="154533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8549640" y="1664208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8668512" y="1664208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8787384" y="1664208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8906256" y="1664208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9025128" y="1664208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9144000" y="1664208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9262872" y="1664208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9381744" y="1664208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9500616" y="1664208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9619488" y="1664208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9738360" y="1664208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9857232" y="1664208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9976104" y="1664208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10094976" y="1664208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10213848" y="1664208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10332720" y="1664208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10451592" y="1664208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10570464" y="1664208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8549640" y="1783080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8668512" y="1783080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8787384" y="1783080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8906256" y="1783080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9025128" y="1783080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9144000" y="1783080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9262872" y="1783080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9381744" y="1783080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9500616" y="1783080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9619488" y="1783080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9738360" y="1783080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9857232" y="1783080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9976104" y="1783080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10094976" y="1783080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10213848" y="1783080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10332720" y="1783080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10451592" y="1783080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10570464" y="1783080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8549640" y="190195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8668512" y="190195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8787384" y="190195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8906256" y="190195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9025128" y="190195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9144000" y="190195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9262872" y="190195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9381744" y="190195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9500616" y="190195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9619488" y="190195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9738360" y="190195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9857232" y="190195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9976104" y="190195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10094976" y="190195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10213848" y="190195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10332720" y="190195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10451592" y="190195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10570464" y="190195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8549640" y="202082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8668512" y="202082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8787384" y="202082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8906256" y="202082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9025128" y="202082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9144000" y="202082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9262872" y="202082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9381744" y="202082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9500616" y="202082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9619488" y="202082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9738360" y="202082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9857232" y="202082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9976104" y="202082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10094976" y="202082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10213848" y="202082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10332720" y="202082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10451592" y="202082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10570464" y="202082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8549640" y="213969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668512" y="213969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787384" y="213969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906256" y="213969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9025128" y="213969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9144000" y="213969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9262872" y="213969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9381744" y="213969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9500616" y="213969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9619488" y="213969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9738360" y="213969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9857232" y="213969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9976104" y="213969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0094976" y="213969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10213848" y="213969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10332720" y="213969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10451592" y="213969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10570464" y="213969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8549640" y="2258568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8668512" y="2258568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8787384" y="2258568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8906256" y="2258568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9025128" y="2258568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9144000" y="2258568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9262872" y="2258568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9381744" y="2258568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9500616" y="2258568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9619488" y="2258568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9738360" y="2258568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9857232" y="2258568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9976104" y="2258568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10094976" y="2258568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10213848" y="2258568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10332720" y="2258568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10451592" y="2258568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10570464" y="2258568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8549640" y="2377440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8668512" y="2377440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8787384" y="2377440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8906256" y="2377440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9025128" y="2377440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9144000" y="2377440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9262872" y="2377440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9381744" y="2377440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9500616" y="2377440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9619488" y="2377440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9738360" y="2377440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9857232" y="2377440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9976104" y="2377440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10094976" y="2377440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10213848" y="2377440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10332720" y="2377440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10451592" y="2377440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10570464" y="2377440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8549640" y="249631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8668512" y="249631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8787384" y="249631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8906256" y="249631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9025128" y="249631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9144000" y="249631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9262872" y="249631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9381744" y="249631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9500616" y="249631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9619488" y="249631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9738360" y="249631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9857232" y="249631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9976104" y="249631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10094976" y="249631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10213848" y="249631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10332720" y="249631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10451592" y="249631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10570464" y="2496312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8549640" y="261518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8668512" y="261518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8787384" y="261518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8906256" y="261518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9025128" y="261518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9144000" y="261518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9262872" y="261518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9381744" y="261518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9500616" y="261518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9619488" y="261518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9738360" y="261518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9857232" y="261518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9976104" y="261518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10094976" y="261518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10213848" y="261518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10332720" y="261518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10451592" y="261518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10570464" y="2615184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8549640" y="273405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8668512" y="273405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8787384" y="273405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8906256" y="273405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9025128" y="273405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9144000" y="273405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9262872" y="273405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9381744" y="273405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9500616" y="273405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9619488" y="273405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9738360" y="273405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9857232" y="273405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9976104" y="273405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10094976" y="273405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10213848" y="273405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10332720" y="273405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10451592" y="273405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10570464" y="2734056"/>
            <a:ext cx="25603" cy="25603"/>
          </a:xfrm>
          <a:prstGeom prst="rect">
            <a:avLst/>
          </a:prstGeom>
          <a:solidFill>
            <a:srgbClr val="5B7BFF">
              <a:alpha val="75000"/>
            </a:srgbClr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326" name="Text 324"/>
          <p:cNvSpPr txBox="1"/>
          <p:nvPr/>
        </p:nvSpPr>
        <p:spPr>
          <a:xfrm>
            <a:off x="566928" y="329184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 MANIFESTO · SYSTEM DESIGN</a:t>
            </a:r>
            <a:endParaRPr lang="en-US" sz="750" dirty="0"/>
          </a:p>
        </p:txBody>
      </p:sp>
      <p:sp>
        <p:nvSpPr>
          <p:cNvPr id="327" name="Text 325"/>
          <p:cNvSpPr txBox="1"/>
          <p:nvPr/>
        </p:nvSpPr>
        <p:spPr>
          <a:xfrm>
            <a:off x="10744200" y="32918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/ 24</a:t>
            </a:r>
            <a:endParaRPr lang="en-US" sz="750" dirty="0"/>
          </a:p>
        </p:txBody>
      </p:sp>
      <p:sp>
        <p:nvSpPr>
          <p:cNvPr id="328" name="Text 326"/>
          <p:cNvSpPr txBox="1"/>
          <p:nvPr/>
        </p:nvSpPr>
        <p:spPr>
          <a:xfrm>
            <a:off x="658368" y="1170432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dirty="0">
                <a:solidFill>
                  <a:srgbClr val="FFFFFF"/>
                </a:solidFill>
                <a:latin typeface="Microsoft YaHei UI Light" pitchFamily="34" charset="0"/>
                <a:ea typeface="Microsoft YaHei UI Light" pitchFamily="34" charset="-122"/>
                <a:cs typeface="Microsoft YaHei UI Light" pitchFamily="34" charset="-120"/>
              </a:rPr>
              <a:t>把推荐做成可解释。</a:t>
            </a:r>
            <a:endParaRPr lang="en-US" sz="3800" dirty="0"/>
          </a:p>
        </p:txBody>
      </p:sp>
      <p:sp>
        <p:nvSpPr>
          <p:cNvPr id="329" name="Text 327"/>
          <p:cNvSpPr txBox="1"/>
          <p:nvPr/>
        </p:nvSpPr>
        <p:spPr>
          <a:xfrm>
            <a:off x="658368" y="2066544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dirty="0">
                <a:solidFill>
                  <a:srgbClr val="FFFFFF"/>
                </a:solidFill>
                <a:latin typeface="Microsoft YaHei UI Light" pitchFamily="34" charset="0"/>
                <a:ea typeface="Microsoft YaHei UI Light" pitchFamily="34" charset="-122"/>
                <a:cs typeface="Microsoft YaHei UI Light" pitchFamily="34" charset="-120"/>
              </a:rPr>
              <a:t>把预约做成状态机。</a:t>
            </a:r>
            <a:endParaRPr lang="en-US" sz="3800" dirty="0"/>
          </a:p>
        </p:txBody>
      </p:sp>
      <p:sp>
        <p:nvSpPr>
          <p:cNvPr id="330" name="Text 328"/>
          <p:cNvSpPr txBox="1"/>
          <p:nvPr/>
        </p:nvSpPr>
        <p:spPr>
          <a:xfrm>
            <a:off x="658368" y="2962656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dirty="0">
                <a:solidFill>
                  <a:srgbClr val="FFFFFF"/>
                </a:solidFill>
                <a:latin typeface="Microsoft YaHei UI Light" pitchFamily="34" charset="0"/>
                <a:ea typeface="Microsoft YaHei UI Light" pitchFamily="34" charset="-122"/>
                <a:cs typeface="Microsoft YaHei UI Light" pitchFamily="34" charset="-120"/>
              </a:rPr>
              <a:t>把运营做成同一张数据网。</a:t>
            </a:r>
            <a:endParaRPr lang="en-US" sz="3800" dirty="0"/>
          </a:p>
        </p:txBody>
      </p:sp>
      <p:sp>
        <p:nvSpPr>
          <p:cNvPr id="331" name="Shape 329"/>
          <p:cNvSpPr/>
          <p:nvPr/>
        </p:nvSpPr>
        <p:spPr>
          <a:xfrm>
            <a:off x="685800" y="4773168"/>
            <a:ext cx="3931920" cy="0"/>
          </a:xfrm>
          <a:prstGeom prst="line">
            <a:avLst/>
          </a:prstGeom>
          <a:noFill/>
          <a:ln w="27940">
            <a:solidFill>
              <a:srgbClr val="5B7BFF"/>
            </a:solidFill>
            <a:prstDash val="solid"/>
          </a:ln>
        </p:spPr>
      </p:sp>
      <p:sp>
        <p:nvSpPr>
          <p:cNvPr id="332" name="Text 330"/>
          <p:cNvSpPr txBox="1"/>
          <p:nvPr/>
        </p:nvSpPr>
        <p:spPr>
          <a:xfrm>
            <a:off x="694944" y="510235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4D4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GOHOTEL · DESIGN STATEMENT</a:t>
            </a:r>
            <a:endParaRPr lang="en-US" sz="800" dirty="0"/>
          </a:p>
        </p:txBody>
      </p:sp>
      <p:sp>
        <p:nvSpPr>
          <p:cNvPr id="333" name="Shape 331"/>
          <p:cNvSpPr/>
          <p:nvPr/>
        </p:nvSpPr>
        <p:spPr>
          <a:xfrm>
            <a:off x="566928" y="6272784"/>
            <a:ext cx="5120640" cy="0"/>
          </a:xfrm>
          <a:prstGeom prst="line">
            <a:avLst/>
          </a:prstGeom>
          <a:noFill/>
          <a:ln w="4445">
            <a:solidFill>
              <a:srgbClr val="FFFFFF">
                <a:alpha val="42000"/>
              </a:srgbClr>
            </a:solidFill>
            <a:prstDash val="solid"/>
          </a:ln>
        </p:spPr>
      </p:sp>
      <p:sp>
        <p:nvSpPr>
          <p:cNvPr id="334" name="Text 332"/>
          <p:cNvSpPr txBox="1"/>
          <p:nvPr/>
        </p:nvSpPr>
        <p:spPr>
          <a:xfrm>
            <a:off x="566928" y="643737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GOHOTEL · DESIGN STATEMENT</a:t>
            </a:r>
            <a:endParaRPr lang="en-US" sz="680" dirty="0"/>
          </a:p>
        </p:txBody>
      </p:sp>
      <p:sp>
        <p:nvSpPr>
          <p:cNvPr id="335" name="Shape 333"/>
          <p:cNvSpPr/>
          <p:nvPr/>
        </p:nvSpPr>
        <p:spPr>
          <a:xfrm>
            <a:off x="5532120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5650992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5769864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5888736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6007608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6126480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>
            <a:off x="6245352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>
            <a:off x="6364224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6483096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6601968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6720840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6839712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6958584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>
            <a:off x="7077456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7196328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7315200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7434072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2" name="Shape 350"/>
          <p:cNvSpPr/>
          <p:nvPr/>
        </p:nvSpPr>
        <p:spPr>
          <a:xfrm>
            <a:off x="7552944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3" name="Shape 351"/>
          <p:cNvSpPr/>
          <p:nvPr/>
        </p:nvSpPr>
        <p:spPr>
          <a:xfrm>
            <a:off x="7671816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4" name="Shape 352"/>
          <p:cNvSpPr/>
          <p:nvPr/>
        </p:nvSpPr>
        <p:spPr>
          <a:xfrm>
            <a:off x="7790688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5" name="Shape 353"/>
          <p:cNvSpPr/>
          <p:nvPr/>
        </p:nvSpPr>
        <p:spPr>
          <a:xfrm>
            <a:off x="7909560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>
            <a:off x="8028432" y="6565392"/>
            <a:ext cx="41148" cy="411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7" name="Shape 355"/>
          <p:cNvSpPr/>
          <p:nvPr/>
        </p:nvSpPr>
        <p:spPr>
          <a:xfrm>
            <a:off x="8147304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8" name="Shape 356"/>
          <p:cNvSpPr/>
          <p:nvPr/>
        </p:nvSpPr>
        <p:spPr>
          <a:xfrm>
            <a:off x="8266176" y="6565392"/>
            <a:ext cx="41148" cy="41148"/>
          </a:xfrm>
          <a:prstGeom prst="rect">
            <a:avLst/>
          </a:prstGeom>
          <a:solidFill>
            <a:srgbClr val="FFFF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9" name="Text 357"/>
          <p:cNvSpPr txBox="1"/>
          <p:nvPr/>
        </p:nvSpPr>
        <p:spPr>
          <a:xfrm>
            <a:off x="9802368" y="6446520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5B7B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← → 翻页 · B 动态 · ESC 索引</a:t>
            </a:r>
            <a:endParaRPr lang="en-US" sz="72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accel="8000" decel="1800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2" decel="1000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52" decel="100000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52" decel="100000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52" decel="100000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0" presetClass="entr" presetSubtype="0" accel="8000" decel="18000" fill="hold" grpId="0" nodeType="withEffect">
                                  <p:stCondLst>
                                    <p:cond delay="14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2" decel="1000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352" decel="100000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52" decel="100000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52" decel="100000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30" presetClass="entr" presetSubtype="0" accel="8000" decel="1800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2" decel="1000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352" decel="100000" fill="hold"/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52" decel="100000" fill="hold"/>
                                        <p:tgtEl>
                                          <p:spTgt spid="3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52" decel="100000" fill="hold"/>
                                        <p:tgtEl>
                                          <p:spTgt spid="3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0" presetClass="entr" presetSubtype="0" accel="8000" decel="18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2" decel="1000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352" decel="100000" fill="hold"/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52" decel="100000" fill="hold"/>
                                        <p:tgtEl>
                                          <p:spTgt spid="3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52" decel="100000" fill="hold"/>
                                        <p:tgtEl>
                                          <p:spTgt spid="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" grpId="0" animBg="1"/>
      <p:bldP spid="329" grpId="0" animBg="1"/>
      <p:bldP spid="330" grpId="0" animBg="1"/>
      <p:bldP spid="33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0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 WORK · ITERATION NOTES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744200" y="32918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/ 24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02412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 WORK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353312"/>
            <a:ext cx="68580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300" dirty="0">
                <a:solidFill>
                  <a:srgbClr val="0A0A0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Iterations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676656" y="23317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后续扩展方向：从毕业设计走向真实运营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58368" y="2450592"/>
            <a:ext cx="3127248" cy="987552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450592"/>
            <a:ext cx="3127248" cy="0"/>
          </a:xfrm>
          <a:prstGeom prst="line">
            <a:avLst/>
          </a:prstGeom>
          <a:noFill/>
          <a:ln w="20320">
            <a:solidFill>
              <a:srgbClr val="002FA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259689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889504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真实数据训练</a:t>
            </a:r>
            <a:endParaRPr lang="en-US" sz="132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255264"/>
            <a:ext cx="2798064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用更长周期行为与订单数据评估推荐效果。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4334256" y="2450592"/>
            <a:ext cx="3127248" cy="987552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34256" y="2450592"/>
            <a:ext cx="3127248" cy="0"/>
          </a:xfrm>
          <a:prstGeom prst="line">
            <a:avLst/>
          </a:prstGeom>
          <a:noFill/>
          <a:ln w="20320">
            <a:solidFill>
              <a:srgbClr val="002FA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80560" y="259689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498848" y="2889504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优惠券闭环</a:t>
            </a:r>
            <a:endParaRPr lang="en-US" sz="1320" dirty="0"/>
          </a:p>
        </p:txBody>
      </p:sp>
      <p:sp>
        <p:nvSpPr>
          <p:cNvPr id="16" name="Text 14"/>
          <p:cNvSpPr txBox="1"/>
          <p:nvPr/>
        </p:nvSpPr>
        <p:spPr>
          <a:xfrm>
            <a:off x="4498848" y="3255264"/>
            <a:ext cx="2798064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将会员资产接入订单抵扣、核销和账务记录。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8010144" y="2450592"/>
            <a:ext cx="3127248" cy="987552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10144" y="2450592"/>
            <a:ext cx="3127248" cy="0"/>
          </a:xfrm>
          <a:prstGeom prst="line">
            <a:avLst/>
          </a:prstGeom>
          <a:noFill/>
          <a:ln w="20320">
            <a:solidFill>
              <a:srgbClr val="002FA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56448" y="259689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174736" y="2889504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并发一致性</a:t>
            </a:r>
            <a:endParaRPr lang="en-US" sz="1320" dirty="0"/>
          </a:p>
        </p:txBody>
      </p:sp>
      <p:sp>
        <p:nvSpPr>
          <p:cNvPr id="21" name="Text 19"/>
          <p:cNvSpPr txBox="1"/>
          <p:nvPr/>
        </p:nvSpPr>
        <p:spPr>
          <a:xfrm>
            <a:off x="8174736" y="3255264"/>
            <a:ext cx="2798064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订单与库存写操作可继续增强事务与锁策略。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658368" y="3867912"/>
            <a:ext cx="3127248" cy="987552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" y="3867912"/>
            <a:ext cx="3127248" cy="0"/>
          </a:xfrm>
          <a:prstGeom prst="line">
            <a:avLst/>
          </a:prstGeom>
          <a:noFill/>
          <a:ln w="20320">
            <a:solidFill>
              <a:srgbClr val="002FA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4672" y="401421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4306824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报表分析</a:t>
            </a:r>
            <a:endParaRPr lang="en-US" sz="132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4672584"/>
            <a:ext cx="2798064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加入入住率、RevPAR、渠道来源等经营指标。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4334256" y="3867912"/>
            <a:ext cx="3127248" cy="987552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34256" y="3867912"/>
            <a:ext cx="3127248" cy="0"/>
          </a:xfrm>
          <a:prstGeom prst="line">
            <a:avLst/>
          </a:prstGeom>
          <a:noFill/>
          <a:ln w="20320">
            <a:solidFill>
              <a:srgbClr val="002FA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480560" y="401421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498848" y="4306824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移动端真机</a:t>
            </a:r>
            <a:endParaRPr lang="en-US" sz="1320" dirty="0"/>
          </a:p>
        </p:txBody>
      </p:sp>
      <p:sp>
        <p:nvSpPr>
          <p:cNvPr id="31" name="Text 29"/>
          <p:cNvSpPr txBox="1"/>
          <p:nvPr/>
        </p:nvSpPr>
        <p:spPr>
          <a:xfrm>
            <a:off x="4498848" y="4672584"/>
            <a:ext cx="2798064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补充微信小程序真机与多屏尺寸验证。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8010144" y="3867912"/>
            <a:ext cx="3127248" cy="987552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10144" y="3867912"/>
            <a:ext cx="3127248" cy="0"/>
          </a:xfrm>
          <a:prstGeom prst="line">
            <a:avLst/>
          </a:prstGeom>
          <a:noFill/>
          <a:ln w="20320">
            <a:solidFill>
              <a:srgbClr val="002FA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156448" y="401421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2F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8174736" y="4306824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部署运维</a:t>
            </a:r>
            <a:endParaRPr lang="en-US" sz="1320" dirty="0"/>
          </a:p>
        </p:txBody>
      </p:sp>
      <p:sp>
        <p:nvSpPr>
          <p:cNvPr id="36" name="Text 34"/>
          <p:cNvSpPr txBox="1"/>
          <p:nvPr/>
        </p:nvSpPr>
        <p:spPr>
          <a:xfrm>
            <a:off x="8174736" y="4672584"/>
            <a:ext cx="2798064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完善云部署、日志告警、备份和权限审计。</a:t>
            </a: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566928" y="6272784"/>
            <a:ext cx="5120640" cy="0"/>
          </a:xfrm>
          <a:prstGeom prst="line">
            <a:avLst/>
          </a:prstGeom>
          <a:noFill/>
          <a:ln w="4445">
            <a:solidFill>
              <a:srgbClr val="737373">
                <a:alpha val="4200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66928" y="643737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GOHOTEL · SWISS IKB DECK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553212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65099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76986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88873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00760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2648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24535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6422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8309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60196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72084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83971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95858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07745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19632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31520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43407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552944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67181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790688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909560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028432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147304" y="6565392"/>
            <a:ext cx="41148" cy="41148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266176" y="6565392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9802368" y="6446520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002FA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← → 翻页 · B 动态 · ESC 索引</a:t>
            </a:r>
            <a:endParaRPr lang="en-US" sz="72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accel="8000" decel="1800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2" decel="10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52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52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52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0" presetClass="entr" presetSubtype="0" accel="8000" decel="18000" fill="hold" grpId="0" nodeType="withEffect">
                                  <p:stCondLst>
                                    <p:cond delay="14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2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352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52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52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0" presetClass="entr" presetSubtype="0" accel="8000" decel="18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2" decel="10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352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52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52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48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65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0" presetClass="entr" presetSubtype="0" accel="8000" decel="18000" fill="hold" grpId="0" nodeType="withEffect">
                                  <p:stCondLst>
                                    <p:cond delay="82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2" decel="100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352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52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52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30" presetClass="entr" presetSubtype="0" accel="8000" decel="18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2" decel="100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352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352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352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30" presetClass="entr" presetSubtype="0" accel="8000" decel="18000" fill="hold" grpId="0" nodeType="withEffect">
                                  <p:stCondLst>
                                    <p:cond delay="995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2" decel="100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352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352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352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30" presetClass="entr" presetSubtype="0" accel="8000" decel="1800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52" decel="100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352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352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352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30" presetClass="entr" presetSubtype="0" accel="8000" decel="18000" fill="hold" grpId="0" nodeType="withEffect">
                                  <p:stCondLst>
                                    <p:cond delay="1165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52" decel="100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352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352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352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30" presetClass="entr" presetSubtype="0" accel="8000" decel="18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52" decel="100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352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352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352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30" presetClass="entr" presetSubtype="0" accel="8000" decel="18000" fill="hold" grpId="0" nodeType="withEffect">
                                  <p:stCondLst>
                                    <p:cond delay="133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52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352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352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352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30" presetClass="entr" presetSubtype="0" accel="8000" decel="18000" fill="hold" grpId="0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52" decel="100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352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352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352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30" presetClass="entr" presetSubtype="0" accel="8000" decel="18000" fill="hold" grpId="0" nodeType="withEffect">
                                  <p:stCondLst>
                                    <p:cond delay="1505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352" decel="100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352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352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352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nodeType="withEffect">
                                  <p:stCondLst>
                                    <p:cond delay="159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nodeType="withEffect">
                                  <p:stCondLst>
                                    <p:cond delay="1675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nodeType="withEffect">
                                  <p:stCondLst>
                                    <p:cond delay="1845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nodeType="withEffect">
                                  <p:stCondLst>
                                    <p:cond delay="193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nodeType="withEffect">
                                  <p:stCondLst>
                                    <p:cond delay="2015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30" presetClass="entr" presetSubtype="0" accel="8000" decel="1800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52" decel="100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352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352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352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30" presetClass="entr" presetSubtype="0" accel="8000" decel="18000" fill="hold" grpId="0" nodeType="withEffect">
                                  <p:stCondLst>
                                    <p:cond delay="2185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352" decel="100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352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352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352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30" presetClass="entr" presetSubtype="0" accel="8000" decel="18000" fill="hold" grpId="0" nodeType="withEffect">
                                  <p:stCondLst>
                                    <p:cond delay="227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352" decel="100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352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352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352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30" presetClass="entr" presetSubtype="0" accel="8000" decel="18000" fill="hold" grpId="0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352" decel="100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352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352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352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30" presetClass="entr" presetSubtype="0" accel="8000" decel="18000" fill="hold" grpId="0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352" decel="100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2" dur="352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352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352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30" presetClass="entr" presetSubtype="0" accel="8000" decel="18000" fill="hold" grpId="0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352" decel="100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0" dur="352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352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352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30" presetClass="entr" presetSubtype="0" accel="8000" decel="18000" fill="hold" grpId="0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352" decel="100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352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352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352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3" presetID="30" presetClass="entr" presetSubtype="0" accel="8000" decel="18000" fill="hold" grpId="0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352" decel="100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6" dur="352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352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352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30" presetClass="entr" presetSubtype="0" accel="8000" decel="18000" fill="hold" grpId="0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352" decel="100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4" dur="352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352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352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9" grpId="0" animBg="1"/>
      <p:bldP spid="10" grpId="0" animBg="1"/>
      <p:bldP spid="11" grpId="0" animBg="1"/>
      <p:bldP spid="14" grpId="0" animBg="1"/>
      <p:bldP spid="15" grpId="0" animBg="1"/>
      <p:bldP spid="16" grpId="0" animBg="1"/>
      <p:bldP spid="19" grpId="0" animBg="1"/>
      <p:bldP spid="20" grpId="0" animBg="1"/>
      <p:bldP spid="21" grpId="0" animBg="1"/>
      <p:bldP spid="24" grpId="0" animBg="1"/>
      <p:bldP spid="25" grpId="0" animBg="1"/>
      <p:bldP spid="26" grpId="0" animBg="1"/>
      <p:bldP spid="29" grpId="0" animBg="1"/>
      <p:bldP spid="30" grpId="0" animBg="1"/>
      <p:bldP spid="31" grpId="0" animBg="1"/>
      <p:bldP spid="34" grpId="0" animBg="1"/>
      <p:bldP spid="35" grpId="0" animBg="1"/>
      <p:bldP spid="3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144768" cy="6858000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840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" y="3840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3840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3840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42416" y="3840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3840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35024" y="3840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81328" y="3840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27632" y="3840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73936" y="3840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20240" y="3840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66544" y="3840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12848" y="3840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59152" y="3840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05456" y="3840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51760" y="3840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98064" y="3840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44368" y="3840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90672" y="3840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36976" y="3840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83280" y="3840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9584" y="3840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75888" y="3840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22192" y="3840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68496" y="3840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0" y="3840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61104" y="3840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07408" y="3840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53712" y="3840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0016" y="3840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0" y="3840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92624" y="3840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5303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" y="5303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9808" y="5303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96112" y="5303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42416" y="5303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88720" y="5303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35024" y="5303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81328" y="5303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627632" y="5303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773936" y="5303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20240" y="5303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066544" y="5303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212848" y="5303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359152" y="5303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505456" y="5303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651760" y="5303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798064" y="5303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944368" y="5303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090672" y="5303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36976" y="5303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383280" y="5303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529584" y="5303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675888" y="5303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822192" y="5303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968496" y="5303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114800" y="5303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261104" y="5303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407408" y="5303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553712" y="5303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700016" y="5303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846320" y="5303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992624" y="5303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57200" y="6766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03504" y="6766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49808" y="6766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96112" y="6766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42416" y="6766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188720" y="6766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335024" y="6766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481328" y="6766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627632" y="6766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773936" y="6766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920240" y="6766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066544" y="6766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212848" y="6766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359152" y="6766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505456" y="6766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651760" y="6766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798064" y="6766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944368" y="6766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090672" y="6766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236976" y="6766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383280" y="6766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529584" y="6766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675888" y="6766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822192" y="6766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968496" y="6766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114800" y="6766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261104" y="6766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407408" y="6766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553712" y="6766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00016" y="6766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846320" y="6766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992624" y="6766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57200" y="82296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03504" y="82296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49808" y="82296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96112" y="82296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042416" y="82296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188720" y="82296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335024" y="82296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481328" y="82296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627632" y="82296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773936" y="82296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920240" y="82296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066544" y="82296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212848" y="82296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2359152" y="82296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2505456" y="82296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2651760" y="82296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798064" y="82296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2944368" y="82296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090672" y="82296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236976" y="82296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383280" y="82296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529584" y="82296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675888" y="82296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3822192" y="82296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3968496" y="82296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114800" y="82296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261104" y="82296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407408" y="82296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553712" y="82296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700016" y="82296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846320" y="82296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992624" y="82296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57200" y="96926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03504" y="96926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749808" y="96926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96112" y="96926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042416" y="96926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188720" y="96926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1335024" y="96926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481328" y="96926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627632" y="96926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773936" y="96926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920240" y="96926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066544" y="96926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2212848" y="96926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2359152" y="96926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2505456" y="96926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2651760" y="96926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2798064" y="96926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2944368" y="96926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3090672" y="96926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3236976" y="96926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3383280" y="96926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3529584" y="96926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3675888" y="96926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3822192" y="96926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3968496" y="96926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4114800" y="96926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4261104" y="96926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4407408" y="96926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4553712" y="96926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4700016" y="96926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4846320" y="96926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4992624" y="96926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457200" y="111556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03504" y="111556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749808" y="111556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896112" y="111556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1042416" y="111556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1188720" y="111556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335024" y="111556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1481328" y="111556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1627632" y="111556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1773936" y="111556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1920240" y="111556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2066544" y="111556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2212848" y="111556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2359152" y="111556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2505456" y="111556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2651760" y="111556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2798064" y="111556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2944368" y="111556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3090672" y="111556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3236976" y="111556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3383280" y="111556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3529584" y="111556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3675888" y="111556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3822192" y="111556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3968496" y="111556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4114800" y="111556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4261104" y="111556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4407408" y="111556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4553712" y="111556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4700016" y="111556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4846320" y="111556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4992624" y="111556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457200" y="126187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603504" y="126187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49808" y="126187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896112" y="126187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1042416" y="126187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1188720" y="126187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1335024" y="126187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1481328" y="126187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1627632" y="126187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1773936" y="126187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1920240" y="126187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2066544" y="126187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2212848" y="126187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2359152" y="126187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2505456" y="126187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2651760" y="126187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2798064" y="126187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2944368" y="126187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3090672" y="126187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3236976" y="126187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3383280" y="126187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3529584" y="126187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3675888" y="126187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3822192" y="126187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3968496" y="126187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4114800" y="126187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4261104" y="126187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4407408" y="126187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4553712" y="126187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4700016" y="126187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4846320" y="126187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4992624" y="126187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457200" y="140817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603504" y="140817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749808" y="140817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896112" y="140817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042416" y="140817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1188720" y="140817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1335024" y="140817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1481328" y="140817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1627632" y="140817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1773936" y="140817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1920240" y="140817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2066544" y="140817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2212848" y="140817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2359152" y="140817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2505456" y="140817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2651760" y="140817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2798064" y="140817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2944368" y="140817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3090672" y="140817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3236976" y="140817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3383280" y="140817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3529584" y="140817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3675888" y="140817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3822192" y="140817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3968496" y="140817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4114800" y="140817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4261104" y="140817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4407408" y="140817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4553712" y="140817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4700016" y="140817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4846320" y="140817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4992624" y="140817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457200" y="155448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603504" y="155448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749808" y="155448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896112" y="155448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1042416" y="155448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1188720" y="155448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1335024" y="155448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1481328" y="155448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1627632" y="155448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1773936" y="155448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1920240" y="155448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2066544" y="155448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2212848" y="155448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2359152" y="155448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2505456" y="155448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2651760" y="155448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2798064" y="155448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2944368" y="155448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3090672" y="155448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3236976" y="155448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3383280" y="155448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3529584" y="155448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3675888" y="155448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3822192" y="155448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3968496" y="155448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4114800" y="155448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4261104" y="155448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4407408" y="155448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4553712" y="155448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4700016" y="155448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4846320" y="155448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4992624" y="155448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457200" y="170078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603504" y="170078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749808" y="170078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896112" y="170078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1042416" y="170078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1188720" y="170078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1335024" y="170078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1481328" y="170078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1627632" y="170078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1773936" y="170078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1920240" y="170078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2066544" y="170078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2212848" y="170078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2359152" y="170078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2505456" y="170078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2651760" y="170078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2798064" y="170078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2944368" y="170078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3090672" y="170078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3236976" y="170078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3383280" y="170078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3529584" y="170078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3675888" y="170078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3822192" y="170078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3968496" y="170078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4114800" y="170078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4261104" y="170078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4407408" y="170078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4553712" y="170078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4700016" y="170078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4846320" y="170078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4992624" y="170078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457200" y="184708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603504" y="184708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749808" y="184708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896112" y="184708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1042416" y="184708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1188720" y="184708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1335024" y="184708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1481328" y="184708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1627632" y="184708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1773936" y="184708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1920240" y="184708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2066544" y="184708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2212848" y="184708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2359152" y="184708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2505456" y="184708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2651760" y="184708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2798064" y="184708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2944368" y="184708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>
            <a:off x="3090672" y="184708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>
            <a:off x="3236976" y="184708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3383280" y="184708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3529584" y="184708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3675888" y="184708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3822192" y="184708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3968496" y="184708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>
            <a:off x="4114800" y="184708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4261104" y="184708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4407408" y="184708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4553712" y="184708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2" name="Shape 350"/>
          <p:cNvSpPr/>
          <p:nvPr/>
        </p:nvSpPr>
        <p:spPr>
          <a:xfrm>
            <a:off x="4700016" y="184708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3" name="Shape 351"/>
          <p:cNvSpPr/>
          <p:nvPr/>
        </p:nvSpPr>
        <p:spPr>
          <a:xfrm>
            <a:off x="4846320" y="184708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4" name="Shape 352"/>
          <p:cNvSpPr/>
          <p:nvPr/>
        </p:nvSpPr>
        <p:spPr>
          <a:xfrm>
            <a:off x="4992624" y="184708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5" name="Shape 353"/>
          <p:cNvSpPr/>
          <p:nvPr/>
        </p:nvSpPr>
        <p:spPr>
          <a:xfrm>
            <a:off x="457200" y="199339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>
            <a:off x="603504" y="199339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7" name="Shape 355"/>
          <p:cNvSpPr/>
          <p:nvPr/>
        </p:nvSpPr>
        <p:spPr>
          <a:xfrm>
            <a:off x="749808" y="199339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8" name="Shape 356"/>
          <p:cNvSpPr/>
          <p:nvPr/>
        </p:nvSpPr>
        <p:spPr>
          <a:xfrm>
            <a:off x="896112" y="199339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9" name="Shape 357"/>
          <p:cNvSpPr/>
          <p:nvPr/>
        </p:nvSpPr>
        <p:spPr>
          <a:xfrm>
            <a:off x="1042416" y="199339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>
            <a:off x="1188720" y="199339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>
            <a:off x="1335024" y="199339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>
            <a:off x="1481328" y="199339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3" name="Shape 361"/>
          <p:cNvSpPr/>
          <p:nvPr/>
        </p:nvSpPr>
        <p:spPr>
          <a:xfrm>
            <a:off x="1627632" y="199339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4" name="Shape 362"/>
          <p:cNvSpPr/>
          <p:nvPr/>
        </p:nvSpPr>
        <p:spPr>
          <a:xfrm>
            <a:off x="1773936" y="199339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5" name="Shape 363"/>
          <p:cNvSpPr/>
          <p:nvPr/>
        </p:nvSpPr>
        <p:spPr>
          <a:xfrm>
            <a:off x="1920240" y="199339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>
            <a:off x="2066544" y="199339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>
            <a:off x="2212848" y="199339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>
            <a:off x="2359152" y="199339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9" name="Shape 367"/>
          <p:cNvSpPr/>
          <p:nvPr/>
        </p:nvSpPr>
        <p:spPr>
          <a:xfrm>
            <a:off x="2505456" y="199339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0" name="Shape 368"/>
          <p:cNvSpPr/>
          <p:nvPr/>
        </p:nvSpPr>
        <p:spPr>
          <a:xfrm>
            <a:off x="2651760" y="199339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1" name="Shape 369"/>
          <p:cNvSpPr/>
          <p:nvPr/>
        </p:nvSpPr>
        <p:spPr>
          <a:xfrm>
            <a:off x="2798064" y="199339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2" name="Shape 370"/>
          <p:cNvSpPr/>
          <p:nvPr/>
        </p:nvSpPr>
        <p:spPr>
          <a:xfrm>
            <a:off x="2944368" y="199339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3" name="Shape 371"/>
          <p:cNvSpPr/>
          <p:nvPr/>
        </p:nvSpPr>
        <p:spPr>
          <a:xfrm>
            <a:off x="3090672" y="199339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4" name="Shape 372"/>
          <p:cNvSpPr/>
          <p:nvPr/>
        </p:nvSpPr>
        <p:spPr>
          <a:xfrm>
            <a:off x="3236976" y="199339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5" name="Shape 373"/>
          <p:cNvSpPr/>
          <p:nvPr/>
        </p:nvSpPr>
        <p:spPr>
          <a:xfrm>
            <a:off x="3383280" y="199339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6" name="Shape 374"/>
          <p:cNvSpPr/>
          <p:nvPr/>
        </p:nvSpPr>
        <p:spPr>
          <a:xfrm>
            <a:off x="3529584" y="199339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7" name="Shape 375"/>
          <p:cNvSpPr/>
          <p:nvPr/>
        </p:nvSpPr>
        <p:spPr>
          <a:xfrm>
            <a:off x="3675888" y="199339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8" name="Shape 376"/>
          <p:cNvSpPr/>
          <p:nvPr/>
        </p:nvSpPr>
        <p:spPr>
          <a:xfrm>
            <a:off x="3822192" y="199339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9" name="Shape 377"/>
          <p:cNvSpPr/>
          <p:nvPr/>
        </p:nvSpPr>
        <p:spPr>
          <a:xfrm>
            <a:off x="3968496" y="199339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0" name="Shape 378"/>
          <p:cNvSpPr/>
          <p:nvPr/>
        </p:nvSpPr>
        <p:spPr>
          <a:xfrm>
            <a:off x="4114800" y="199339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1" name="Shape 379"/>
          <p:cNvSpPr/>
          <p:nvPr/>
        </p:nvSpPr>
        <p:spPr>
          <a:xfrm>
            <a:off x="4261104" y="199339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2" name="Shape 380"/>
          <p:cNvSpPr/>
          <p:nvPr/>
        </p:nvSpPr>
        <p:spPr>
          <a:xfrm>
            <a:off x="4407408" y="199339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3" name="Shape 381"/>
          <p:cNvSpPr/>
          <p:nvPr/>
        </p:nvSpPr>
        <p:spPr>
          <a:xfrm>
            <a:off x="4553712" y="199339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4" name="Shape 382"/>
          <p:cNvSpPr/>
          <p:nvPr/>
        </p:nvSpPr>
        <p:spPr>
          <a:xfrm>
            <a:off x="4700016" y="199339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5" name="Shape 383"/>
          <p:cNvSpPr/>
          <p:nvPr/>
        </p:nvSpPr>
        <p:spPr>
          <a:xfrm>
            <a:off x="4846320" y="199339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>
            <a:off x="4992624" y="199339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>
            <a:off x="457200" y="213969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8" name="Shape 386"/>
          <p:cNvSpPr/>
          <p:nvPr/>
        </p:nvSpPr>
        <p:spPr>
          <a:xfrm>
            <a:off x="603504" y="213969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9" name="Shape 387"/>
          <p:cNvSpPr/>
          <p:nvPr/>
        </p:nvSpPr>
        <p:spPr>
          <a:xfrm>
            <a:off x="749808" y="213969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0" name="Shape 388"/>
          <p:cNvSpPr/>
          <p:nvPr/>
        </p:nvSpPr>
        <p:spPr>
          <a:xfrm>
            <a:off x="896112" y="213969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>
            <a:off x="1042416" y="213969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2" name="Shape 390"/>
          <p:cNvSpPr/>
          <p:nvPr/>
        </p:nvSpPr>
        <p:spPr>
          <a:xfrm>
            <a:off x="1188720" y="213969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3" name="Shape 391"/>
          <p:cNvSpPr/>
          <p:nvPr/>
        </p:nvSpPr>
        <p:spPr>
          <a:xfrm>
            <a:off x="1335024" y="213969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4" name="Shape 392"/>
          <p:cNvSpPr/>
          <p:nvPr/>
        </p:nvSpPr>
        <p:spPr>
          <a:xfrm>
            <a:off x="1481328" y="213969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5" name="Shape 393"/>
          <p:cNvSpPr/>
          <p:nvPr/>
        </p:nvSpPr>
        <p:spPr>
          <a:xfrm>
            <a:off x="1627632" y="213969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6" name="Shape 394"/>
          <p:cNvSpPr/>
          <p:nvPr/>
        </p:nvSpPr>
        <p:spPr>
          <a:xfrm>
            <a:off x="1773936" y="213969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7" name="Shape 395"/>
          <p:cNvSpPr/>
          <p:nvPr/>
        </p:nvSpPr>
        <p:spPr>
          <a:xfrm>
            <a:off x="1920240" y="213969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8" name="Shape 396"/>
          <p:cNvSpPr/>
          <p:nvPr/>
        </p:nvSpPr>
        <p:spPr>
          <a:xfrm>
            <a:off x="2066544" y="213969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9" name="Shape 397"/>
          <p:cNvSpPr/>
          <p:nvPr/>
        </p:nvSpPr>
        <p:spPr>
          <a:xfrm>
            <a:off x="2212848" y="213969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0" name="Shape 398"/>
          <p:cNvSpPr/>
          <p:nvPr/>
        </p:nvSpPr>
        <p:spPr>
          <a:xfrm>
            <a:off x="2359152" y="213969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1" name="Shape 399"/>
          <p:cNvSpPr/>
          <p:nvPr/>
        </p:nvSpPr>
        <p:spPr>
          <a:xfrm>
            <a:off x="2505456" y="213969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2" name="Shape 400"/>
          <p:cNvSpPr/>
          <p:nvPr/>
        </p:nvSpPr>
        <p:spPr>
          <a:xfrm>
            <a:off x="2651760" y="213969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3" name="Shape 401"/>
          <p:cNvSpPr/>
          <p:nvPr/>
        </p:nvSpPr>
        <p:spPr>
          <a:xfrm>
            <a:off x="2798064" y="213969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4" name="Shape 402"/>
          <p:cNvSpPr/>
          <p:nvPr/>
        </p:nvSpPr>
        <p:spPr>
          <a:xfrm>
            <a:off x="2944368" y="213969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5" name="Shape 403"/>
          <p:cNvSpPr/>
          <p:nvPr/>
        </p:nvSpPr>
        <p:spPr>
          <a:xfrm>
            <a:off x="3090672" y="213969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6" name="Shape 404"/>
          <p:cNvSpPr/>
          <p:nvPr/>
        </p:nvSpPr>
        <p:spPr>
          <a:xfrm>
            <a:off x="3236976" y="213969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7" name="Shape 405"/>
          <p:cNvSpPr/>
          <p:nvPr/>
        </p:nvSpPr>
        <p:spPr>
          <a:xfrm>
            <a:off x="3383280" y="213969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8" name="Shape 406"/>
          <p:cNvSpPr/>
          <p:nvPr/>
        </p:nvSpPr>
        <p:spPr>
          <a:xfrm>
            <a:off x="3529584" y="213969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9" name="Shape 407"/>
          <p:cNvSpPr/>
          <p:nvPr/>
        </p:nvSpPr>
        <p:spPr>
          <a:xfrm>
            <a:off x="3675888" y="213969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0" name="Shape 408"/>
          <p:cNvSpPr/>
          <p:nvPr/>
        </p:nvSpPr>
        <p:spPr>
          <a:xfrm>
            <a:off x="3822192" y="213969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1" name="Shape 409"/>
          <p:cNvSpPr/>
          <p:nvPr/>
        </p:nvSpPr>
        <p:spPr>
          <a:xfrm>
            <a:off x="3968496" y="213969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2" name="Shape 410"/>
          <p:cNvSpPr/>
          <p:nvPr/>
        </p:nvSpPr>
        <p:spPr>
          <a:xfrm>
            <a:off x="4114800" y="213969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3" name="Shape 411"/>
          <p:cNvSpPr/>
          <p:nvPr/>
        </p:nvSpPr>
        <p:spPr>
          <a:xfrm>
            <a:off x="4261104" y="213969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4" name="Shape 412"/>
          <p:cNvSpPr/>
          <p:nvPr/>
        </p:nvSpPr>
        <p:spPr>
          <a:xfrm>
            <a:off x="4407408" y="213969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5" name="Shape 413"/>
          <p:cNvSpPr/>
          <p:nvPr/>
        </p:nvSpPr>
        <p:spPr>
          <a:xfrm>
            <a:off x="4553712" y="213969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6" name="Shape 414"/>
          <p:cNvSpPr/>
          <p:nvPr/>
        </p:nvSpPr>
        <p:spPr>
          <a:xfrm>
            <a:off x="4700016" y="213969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7" name="Shape 415"/>
          <p:cNvSpPr/>
          <p:nvPr/>
        </p:nvSpPr>
        <p:spPr>
          <a:xfrm>
            <a:off x="4846320" y="213969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8" name="Shape 416"/>
          <p:cNvSpPr/>
          <p:nvPr/>
        </p:nvSpPr>
        <p:spPr>
          <a:xfrm>
            <a:off x="4992624" y="213969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9" name="Shape 417"/>
          <p:cNvSpPr/>
          <p:nvPr/>
        </p:nvSpPr>
        <p:spPr>
          <a:xfrm>
            <a:off x="457200" y="228600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0" name="Shape 418"/>
          <p:cNvSpPr/>
          <p:nvPr/>
        </p:nvSpPr>
        <p:spPr>
          <a:xfrm>
            <a:off x="603504" y="228600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1" name="Shape 419"/>
          <p:cNvSpPr/>
          <p:nvPr/>
        </p:nvSpPr>
        <p:spPr>
          <a:xfrm>
            <a:off x="749808" y="228600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2" name="Shape 420"/>
          <p:cNvSpPr/>
          <p:nvPr/>
        </p:nvSpPr>
        <p:spPr>
          <a:xfrm>
            <a:off x="896112" y="228600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3" name="Shape 421"/>
          <p:cNvSpPr/>
          <p:nvPr/>
        </p:nvSpPr>
        <p:spPr>
          <a:xfrm>
            <a:off x="1042416" y="228600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4" name="Shape 422"/>
          <p:cNvSpPr/>
          <p:nvPr/>
        </p:nvSpPr>
        <p:spPr>
          <a:xfrm>
            <a:off x="1188720" y="228600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5" name="Shape 423"/>
          <p:cNvSpPr/>
          <p:nvPr/>
        </p:nvSpPr>
        <p:spPr>
          <a:xfrm>
            <a:off x="1335024" y="228600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6" name="Shape 424"/>
          <p:cNvSpPr/>
          <p:nvPr/>
        </p:nvSpPr>
        <p:spPr>
          <a:xfrm>
            <a:off x="1481328" y="228600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7" name="Shape 425"/>
          <p:cNvSpPr/>
          <p:nvPr/>
        </p:nvSpPr>
        <p:spPr>
          <a:xfrm>
            <a:off x="1627632" y="228600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8" name="Shape 426"/>
          <p:cNvSpPr/>
          <p:nvPr/>
        </p:nvSpPr>
        <p:spPr>
          <a:xfrm>
            <a:off x="1773936" y="228600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9" name="Shape 427"/>
          <p:cNvSpPr/>
          <p:nvPr/>
        </p:nvSpPr>
        <p:spPr>
          <a:xfrm>
            <a:off x="1920240" y="228600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0" name="Shape 428"/>
          <p:cNvSpPr/>
          <p:nvPr/>
        </p:nvSpPr>
        <p:spPr>
          <a:xfrm>
            <a:off x="2066544" y="228600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1" name="Shape 429"/>
          <p:cNvSpPr/>
          <p:nvPr/>
        </p:nvSpPr>
        <p:spPr>
          <a:xfrm>
            <a:off x="2212848" y="228600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2" name="Shape 430"/>
          <p:cNvSpPr/>
          <p:nvPr/>
        </p:nvSpPr>
        <p:spPr>
          <a:xfrm>
            <a:off x="2359152" y="228600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3" name="Shape 431"/>
          <p:cNvSpPr/>
          <p:nvPr/>
        </p:nvSpPr>
        <p:spPr>
          <a:xfrm>
            <a:off x="2505456" y="228600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4" name="Shape 432"/>
          <p:cNvSpPr/>
          <p:nvPr/>
        </p:nvSpPr>
        <p:spPr>
          <a:xfrm>
            <a:off x="2651760" y="228600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5" name="Shape 433"/>
          <p:cNvSpPr/>
          <p:nvPr/>
        </p:nvSpPr>
        <p:spPr>
          <a:xfrm>
            <a:off x="2798064" y="228600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6" name="Shape 434"/>
          <p:cNvSpPr/>
          <p:nvPr/>
        </p:nvSpPr>
        <p:spPr>
          <a:xfrm>
            <a:off x="2944368" y="228600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7" name="Shape 435"/>
          <p:cNvSpPr/>
          <p:nvPr/>
        </p:nvSpPr>
        <p:spPr>
          <a:xfrm>
            <a:off x="3090672" y="228600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8" name="Shape 436"/>
          <p:cNvSpPr/>
          <p:nvPr/>
        </p:nvSpPr>
        <p:spPr>
          <a:xfrm>
            <a:off x="3236976" y="228600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9" name="Shape 437"/>
          <p:cNvSpPr/>
          <p:nvPr/>
        </p:nvSpPr>
        <p:spPr>
          <a:xfrm>
            <a:off x="3383280" y="228600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0" name="Shape 438"/>
          <p:cNvSpPr/>
          <p:nvPr/>
        </p:nvSpPr>
        <p:spPr>
          <a:xfrm>
            <a:off x="3529584" y="228600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1" name="Shape 439"/>
          <p:cNvSpPr/>
          <p:nvPr/>
        </p:nvSpPr>
        <p:spPr>
          <a:xfrm>
            <a:off x="3675888" y="228600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2" name="Shape 440"/>
          <p:cNvSpPr/>
          <p:nvPr/>
        </p:nvSpPr>
        <p:spPr>
          <a:xfrm>
            <a:off x="3822192" y="228600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3" name="Shape 441"/>
          <p:cNvSpPr/>
          <p:nvPr/>
        </p:nvSpPr>
        <p:spPr>
          <a:xfrm>
            <a:off x="3968496" y="228600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4" name="Shape 442"/>
          <p:cNvSpPr/>
          <p:nvPr/>
        </p:nvSpPr>
        <p:spPr>
          <a:xfrm>
            <a:off x="4114800" y="228600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5" name="Shape 443"/>
          <p:cNvSpPr/>
          <p:nvPr/>
        </p:nvSpPr>
        <p:spPr>
          <a:xfrm>
            <a:off x="4261104" y="228600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6" name="Shape 444"/>
          <p:cNvSpPr/>
          <p:nvPr/>
        </p:nvSpPr>
        <p:spPr>
          <a:xfrm>
            <a:off x="4407408" y="228600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7" name="Shape 445"/>
          <p:cNvSpPr/>
          <p:nvPr/>
        </p:nvSpPr>
        <p:spPr>
          <a:xfrm>
            <a:off x="4553712" y="228600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8" name="Shape 446"/>
          <p:cNvSpPr/>
          <p:nvPr/>
        </p:nvSpPr>
        <p:spPr>
          <a:xfrm>
            <a:off x="4700016" y="228600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9" name="Shape 447"/>
          <p:cNvSpPr/>
          <p:nvPr/>
        </p:nvSpPr>
        <p:spPr>
          <a:xfrm>
            <a:off x="4846320" y="228600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0" name="Shape 448"/>
          <p:cNvSpPr/>
          <p:nvPr/>
        </p:nvSpPr>
        <p:spPr>
          <a:xfrm>
            <a:off x="4992624" y="228600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1" name="Shape 449"/>
          <p:cNvSpPr/>
          <p:nvPr/>
        </p:nvSpPr>
        <p:spPr>
          <a:xfrm>
            <a:off x="457200" y="243230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2" name="Shape 450"/>
          <p:cNvSpPr/>
          <p:nvPr/>
        </p:nvSpPr>
        <p:spPr>
          <a:xfrm>
            <a:off x="603504" y="243230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3" name="Shape 451"/>
          <p:cNvSpPr/>
          <p:nvPr/>
        </p:nvSpPr>
        <p:spPr>
          <a:xfrm>
            <a:off x="749808" y="243230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4" name="Shape 452"/>
          <p:cNvSpPr/>
          <p:nvPr/>
        </p:nvSpPr>
        <p:spPr>
          <a:xfrm>
            <a:off x="896112" y="243230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5" name="Shape 453"/>
          <p:cNvSpPr/>
          <p:nvPr/>
        </p:nvSpPr>
        <p:spPr>
          <a:xfrm>
            <a:off x="1042416" y="243230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6" name="Shape 454"/>
          <p:cNvSpPr/>
          <p:nvPr/>
        </p:nvSpPr>
        <p:spPr>
          <a:xfrm>
            <a:off x="1188720" y="243230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7" name="Shape 455"/>
          <p:cNvSpPr/>
          <p:nvPr/>
        </p:nvSpPr>
        <p:spPr>
          <a:xfrm>
            <a:off x="1335024" y="243230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8" name="Shape 456"/>
          <p:cNvSpPr/>
          <p:nvPr/>
        </p:nvSpPr>
        <p:spPr>
          <a:xfrm>
            <a:off x="1481328" y="243230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9" name="Shape 457"/>
          <p:cNvSpPr/>
          <p:nvPr/>
        </p:nvSpPr>
        <p:spPr>
          <a:xfrm>
            <a:off x="1627632" y="243230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0" name="Shape 458"/>
          <p:cNvSpPr/>
          <p:nvPr/>
        </p:nvSpPr>
        <p:spPr>
          <a:xfrm>
            <a:off x="1773936" y="243230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1" name="Shape 459"/>
          <p:cNvSpPr/>
          <p:nvPr/>
        </p:nvSpPr>
        <p:spPr>
          <a:xfrm>
            <a:off x="1920240" y="243230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2" name="Shape 460"/>
          <p:cNvSpPr/>
          <p:nvPr/>
        </p:nvSpPr>
        <p:spPr>
          <a:xfrm>
            <a:off x="2066544" y="243230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3" name="Shape 461"/>
          <p:cNvSpPr/>
          <p:nvPr/>
        </p:nvSpPr>
        <p:spPr>
          <a:xfrm>
            <a:off x="2212848" y="243230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4" name="Shape 462"/>
          <p:cNvSpPr/>
          <p:nvPr/>
        </p:nvSpPr>
        <p:spPr>
          <a:xfrm>
            <a:off x="2359152" y="243230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5" name="Shape 463"/>
          <p:cNvSpPr/>
          <p:nvPr/>
        </p:nvSpPr>
        <p:spPr>
          <a:xfrm>
            <a:off x="2505456" y="243230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6" name="Shape 464"/>
          <p:cNvSpPr/>
          <p:nvPr/>
        </p:nvSpPr>
        <p:spPr>
          <a:xfrm>
            <a:off x="2651760" y="243230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7" name="Shape 465"/>
          <p:cNvSpPr/>
          <p:nvPr/>
        </p:nvSpPr>
        <p:spPr>
          <a:xfrm>
            <a:off x="2798064" y="243230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8" name="Shape 466"/>
          <p:cNvSpPr/>
          <p:nvPr/>
        </p:nvSpPr>
        <p:spPr>
          <a:xfrm>
            <a:off x="2944368" y="243230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9" name="Shape 467"/>
          <p:cNvSpPr/>
          <p:nvPr/>
        </p:nvSpPr>
        <p:spPr>
          <a:xfrm>
            <a:off x="3090672" y="243230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0" name="Shape 468"/>
          <p:cNvSpPr/>
          <p:nvPr/>
        </p:nvSpPr>
        <p:spPr>
          <a:xfrm>
            <a:off x="3236976" y="243230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1" name="Shape 469"/>
          <p:cNvSpPr/>
          <p:nvPr/>
        </p:nvSpPr>
        <p:spPr>
          <a:xfrm>
            <a:off x="3383280" y="243230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2" name="Shape 470"/>
          <p:cNvSpPr/>
          <p:nvPr/>
        </p:nvSpPr>
        <p:spPr>
          <a:xfrm>
            <a:off x="3529584" y="243230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3" name="Shape 471"/>
          <p:cNvSpPr/>
          <p:nvPr/>
        </p:nvSpPr>
        <p:spPr>
          <a:xfrm>
            <a:off x="3675888" y="243230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4" name="Shape 472"/>
          <p:cNvSpPr/>
          <p:nvPr/>
        </p:nvSpPr>
        <p:spPr>
          <a:xfrm>
            <a:off x="3822192" y="243230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5" name="Shape 473"/>
          <p:cNvSpPr/>
          <p:nvPr/>
        </p:nvSpPr>
        <p:spPr>
          <a:xfrm>
            <a:off x="3968496" y="243230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6" name="Shape 474"/>
          <p:cNvSpPr/>
          <p:nvPr/>
        </p:nvSpPr>
        <p:spPr>
          <a:xfrm>
            <a:off x="4114800" y="243230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7" name="Shape 475"/>
          <p:cNvSpPr/>
          <p:nvPr/>
        </p:nvSpPr>
        <p:spPr>
          <a:xfrm>
            <a:off x="4261104" y="243230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8" name="Shape 476"/>
          <p:cNvSpPr/>
          <p:nvPr/>
        </p:nvSpPr>
        <p:spPr>
          <a:xfrm>
            <a:off x="4407408" y="243230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9" name="Shape 477"/>
          <p:cNvSpPr/>
          <p:nvPr/>
        </p:nvSpPr>
        <p:spPr>
          <a:xfrm>
            <a:off x="4553712" y="243230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0" name="Shape 478"/>
          <p:cNvSpPr/>
          <p:nvPr/>
        </p:nvSpPr>
        <p:spPr>
          <a:xfrm>
            <a:off x="4700016" y="243230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1" name="Shape 479"/>
          <p:cNvSpPr/>
          <p:nvPr/>
        </p:nvSpPr>
        <p:spPr>
          <a:xfrm>
            <a:off x="4846320" y="243230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2" name="Shape 480"/>
          <p:cNvSpPr/>
          <p:nvPr/>
        </p:nvSpPr>
        <p:spPr>
          <a:xfrm>
            <a:off x="4992624" y="243230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3" name="Shape 481"/>
          <p:cNvSpPr/>
          <p:nvPr/>
        </p:nvSpPr>
        <p:spPr>
          <a:xfrm>
            <a:off x="457200" y="257860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4" name="Shape 482"/>
          <p:cNvSpPr/>
          <p:nvPr/>
        </p:nvSpPr>
        <p:spPr>
          <a:xfrm>
            <a:off x="603504" y="257860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5" name="Shape 483"/>
          <p:cNvSpPr/>
          <p:nvPr/>
        </p:nvSpPr>
        <p:spPr>
          <a:xfrm>
            <a:off x="749808" y="257860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6" name="Shape 484"/>
          <p:cNvSpPr/>
          <p:nvPr/>
        </p:nvSpPr>
        <p:spPr>
          <a:xfrm>
            <a:off x="896112" y="257860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7" name="Shape 485"/>
          <p:cNvSpPr/>
          <p:nvPr/>
        </p:nvSpPr>
        <p:spPr>
          <a:xfrm>
            <a:off x="1042416" y="257860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8" name="Shape 486"/>
          <p:cNvSpPr/>
          <p:nvPr/>
        </p:nvSpPr>
        <p:spPr>
          <a:xfrm>
            <a:off x="1188720" y="257860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9" name="Shape 487"/>
          <p:cNvSpPr/>
          <p:nvPr/>
        </p:nvSpPr>
        <p:spPr>
          <a:xfrm>
            <a:off x="1335024" y="257860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0" name="Shape 488"/>
          <p:cNvSpPr/>
          <p:nvPr/>
        </p:nvSpPr>
        <p:spPr>
          <a:xfrm>
            <a:off x="1481328" y="257860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1" name="Shape 489"/>
          <p:cNvSpPr/>
          <p:nvPr/>
        </p:nvSpPr>
        <p:spPr>
          <a:xfrm>
            <a:off x="1627632" y="257860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2" name="Shape 490"/>
          <p:cNvSpPr/>
          <p:nvPr/>
        </p:nvSpPr>
        <p:spPr>
          <a:xfrm>
            <a:off x="1773936" y="257860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3" name="Shape 491"/>
          <p:cNvSpPr/>
          <p:nvPr/>
        </p:nvSpPr>
        <p:spPr>
          <a:xfrm>
            <a:off x="1920240" y="257860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4" name="Shape 492"/>
          <p:cNvSpPr/>
          <p:nvPr/>
        </p:nvSpPr>
        <p:spPr>
          <a:xfrm>
            <a:off x="2066544" y="257860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5" name="Shape 493"/>
          <p:cNvSpPr/>
          <p:nvPr/>
        </p:nvSpPr>
        <p:spPr>
          <a:xfrm>
            <a:off x="2212848" y="257860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6" name="Shape 494"/>
          <p:cNvSpPr/>
          <p:nvPr/>
        </p:nvSpPr>
        <p:spPr>
          <a:xfrm>
            <a:off x="2359152" y="257860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7" name="Shape 495"/>
          <p:cNvSpPr/>
          <p:nvPr/>
        </p:nvSpPr>
        <p:spPr>
          <a:xfrm>
            <a:off x="2505456" y="257860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8" name="Shape 496"/>
          <p:cNvSpPr/>
          <p:nvPr/>
        </p:nvSpPr>
        <p:spPr>
          <a:xfrm>
            <a:off x="2651760" y="257860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9" name="Shape 497"/>
          <p:cNvSpPr/>
          <p:nvPr/>
        </p:nvSpPr>
        <p:spPr>
          <a:xfrm>
            <a:off x="2798064" y="257860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0" name="Shape 498"/>
          <p:cNvSpPr/>
          <p:nvPr/>
        </p:nvSpPr>
        <p:spPr>
          <a:xfrm>
            <a:off x="2944368" y="257860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1" name="Shape 499"/>
          <p:cNvSpPr/>
          <p:nvPr/>
        </p:nvSpPr>
        <p:spPr>
          <a:xfrm>
            <a:off x="3090672" y="257860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2" name="Shape 500"/>
          <p:cNvSpPr/>
          <p:nvPr/>
        </p:nvSpPr>
        <p:spPr>
          <a:xfrm>
            <a:off x="3236976" y="257860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3" name="Shape 501"/>
          <p:cNvSpPr/>
          <p:nvPr/>
        </p:nvSpPr>
        <p:spPr>
          <a:xfrm>
            <a:off x="3383280" y="257860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4" name="Shape 502"/>
          <p:cNvSpPr/>
          <p:nvPr/>
        </p:nvSpPr>
        <p:spPr>
          <a:xfrm>
            <a:off x="3529584" y="257860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5" name="Shape 503"/>
          <p:cNvSpPr/>
          <p:nvPr/>
        </p:nvSpPr>
        <p:spPr>
          <a:xfrm>
            <a:off x="3675888" y="257860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6" name="Shape 504"/>
          <p:cNvSpPr/>
          <p:nvPr/>
        </p:nvSpPr>
        <p:spPr>
          <a:xfrm>
            <a:off x="3822192" y="257860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7" name="Shape 505"/>
          <p:cNvSpPr/>
          <p:nvPr/>
        </p:nvSpPr>
        <p:spPr>
          <a:xfrm>
            <a:off x="3968496" y="257860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8" name="Shape 506"/>
          <p:cNvSpPr/>
          <p:nvPr/>
        </p:nvSpPr>
        <p:spPr>
          <a:xfrm>
            <a:off x="4114800" y="257860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9" name="Shape 507"/>
          <p:cNvSpPr/>
          <p:nvPr/>
        </p:nvSpPr>
        <p:spPr>
          <a:xfrm>
            <a:off x="4261104" y="257860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0" name="Shape 508"/>
          <p:cNvSpPr/>
          <p:nvPr/>
        </p:nvSpPr>
        <p:spPr>
          <a:xfrm>
            <a:off x="4407408" y="257860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1" name="Shape 509"/>
          <p:cNvSpPr/>
          <p:nvPr/>
        </p:nvSpPr>
        <p:spPr>
          <a:xfrm>
            <a:off x="4553712" y="257860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2" name="Shape 510"/>
          <p:cNvSpPr/>
          <p:nvPr/>
        </p:nvSpPr>
        <p:spPr>
          <a:xfrm>
            <a:off x="4700016" y="257860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3" name="Shape 511"/>
          <p:cNvSpPr/>
          <p:nvPr/>
        </p:nvSpPr>
        <p:spPr>
          <a:xfrm>
            <a:off x="4846320" y="257860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4" name="Shape 512"/>
          <p:cNvSpPr/>
          <p:nvPr/>
        </p:nvSpPr>
        <p:spPr>
          <a:xfrm>
            <a:off x="4992624" y="257860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5" name="Shape 513"/>
          <p:cNvSpPr/>
          <p:nvPr/>
        </p:nvSpPr>
        <p:spPr>
          <a:xfrm>
            <a:off x="457200" y="272491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6" name="Shape 514"/>
          <p:cNvSpPr/>
          <p:nvPr/>
        </p:nvSpPr>
        <p:spPr>
          <a:xfrm>
            <a:off x="603504" y="272491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7" name="Shape 515"/>
          <p:cNvSpPr/>
          <p:nvPr/>
        </p:nvSpPr>
        <p:spPr>
          <a:xfrm>
            <a:off x="749808" y="272491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8" name="Shape 516"/>
          <p:cNvSpPr/>
          <p:nvPr/>
        </p:nvSpPr>
        <p:spPr>
          <a:xfrm>
            <a:off x="896112" y="272491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9" name="Shape 517"/>
          <p:cNvSpPr/>
          <p:nvPr/>
        </p:nvSpPr>
        <p:spPr>
          <a:xfrm>
            <a:off x="1042416" y="272491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0" name="Shape 518"/>
          <p:cNvSpPr/>
          <p:nvPr/>
        </p:nvSpPr>
        <p:spPr>
          <a:xfrm>
            <a:off x="1188720" y="272491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1" name="Shape 519"/>
          <p:cNvSpPr/>
          <p:nvPr/>
        </p:nvSpPr>
        <p:spPr>
          <a:xfrm>
            <a:off x="1335024" y="272491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2" name="Shape 520"/>
          <p:cNvSpPr/>
          <p:nvPr/>
        </p:nvSpPr>
        <p:spPr>
          <a:xfrm>
            <a:off x="1481328" y="272491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3" name="Shape 521"/>
          <p:cNvSpPr/>
          <p:nvPr/>
        </p:nvSpPr>
        <p:spPr>
          <a:xfrm>
            <a:off x="1627632" y="272491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4" name="Shape 522"/>
          <p:cNvSpPr/>
          <p:nvPr/>
        </p:nvSpPr>
        <p:spPr>
          <a:xfrm>
            <a:off x="1773936" y="272491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5" name="Shape 523"/>
          <p:cNvSpPr/>
          <p:nvPr/>
        </p:nvSpPr>
        <p:spPr>
          <a:xfrm>
            <a:off x="1920240" y="272491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6" name="Shape 524"/>
          <p:cNvSpPr/>
          <p:nvPr/>
        </p:nvSpPr>
        <p:spPr>
          <a:xfrm>
            <a:off x="2066544" y="272491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7" name="Shape 525"/>
          <p:cNvSpPr/>
          <p:nvPr/>
        </p:nvSpPr>
        <p:spPr>
          <a:xfrm>
            <a:off x="2212848" y="272491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8" name="Shape 526"/>
          <p:cNvSpPr/>
          <p:nvPr/>
        </p:nvSpPr>
        <p:spPr>
          <a:xfrm>
            <a:off x="2359152" y="272491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9" name="Shape 527"/>
          <p:cNvSpPr/>
          <p:nvPr/>
        </p:nvSpPr>
        <p:spPr>
          <a:xfrm>
            <a:off x="2505456" y="272491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0" name="Shape 528"/>
          <p:cNvSpPr/>
          <p:nvPr/>
        </p:nvSpPr>
        <p:spPr>
          <a:xfrm>
            <a:off x="2651760" y="272491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1" name="Shape 529"/>
          <p:cNvSpPr/>
          <p:nvPr/>
        </p:nvSpPr>
        <p:spPr>
          <a:xfrm>
            <a:off x="2798064" y="272491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2" name="Shape 530"/>
          <p:cNvSpPr/>
          <p:nvPr/>
        </p:nvSpPr>
        <p:spPr>
          <a:xfrm>
            <a:off x="2944368" y="272491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3" name="Shape 531"/>
          <p:cNvSpPr/>
          <p:nvPr/>
        </p:nvSpPr>
        <p:spPr>
          <a:xfrm>
            <a:off x="3090672" y="272491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4" name="Shape 532"/>
          <p:cNvSpPr/>
          <p:nvPr/>
        </p:nvSpPr>
        <p:spPr>
          <a:xfrm>
            <a:off x="3236976" y="272491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5" name="Shape 533"/>
          <p:cNvSpPr/>
          <p:nvPr/>
        </p:nvSpPr>
        <p:spPr>
          <a:xfrm>
            <a:off x="3383280" y="272491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6" name="Shape 534"/>
          <p:cNvSpPr/>
          <p:nvPr/>
        </p:nvSpPr>
        <p:spPr>
          <a:xfrm>
            <a:off x="3529584" y="272491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7" name="Shape 535"/>
          <p:cNvSpPr/>
          <p:nvPr/>
        </p:nvSpPr>
        <p:spPr>
          <a:xfrm>
            <a:off x="3675888" y="272491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8" name="Shape 536"/>
          <p:cNvSpPr/>
          <p:nvPr/>
        </p:nvSpPr>
        <p:spPr>
          <a:xfrm>
            <a:off x="3822192" y="272491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9" name="Shape 537"/>
          <p:cNvSpPr/>
          <p:nvPr/>
        </p:nvSpPr>
        <p:spPr>
          <a:xfrm>
            <a:off x="3968496" y="272491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0" name="Shape 538"/>
          <p:cNvSpPr/>
          <p:nvPr/>
        </p:nvSpPr>
        <p:spPr>
          <a:xfrm>
            <a:off x="4114800" y="272491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1" name="Shape 539"/>
          <p:cNvSpPr/>
          <p:nvPr/>
        </p:nvSpPr>
        <p:spPr>
          <a:xfrm>
            <a:off x="4261104" y="272491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2" name="Shape 540"/>
          <p:cNvSpPr/>
          <p:nvPr/>
        </p:nvSpPr>
        <p:spPr>
          <a:xfrm>
            <a:off x="4407408" y="272491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3" name="Shape 541"/>
          <p:cNvSpPr/>
          <p:nvPr/>
        </p:nvSpPr>
        <p:spPr>
          <a:xfrm>
            <a:off x="4553712" y="272491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4" name="Shape 542"/>
          <p:cNvSpPr/>
          <p:nvPr/>
        </p:nvSpPr>
        <p:spPr>
          <a:xfrm>
            <a:off x="4700016" y="272491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5" name="Shape 543"/>
          <p:cNvSpPr/>
          <p:nvPr/>
        </p:nvSpPr>
        <p:spPr>
          <a:xfrm>
            <a:off x="4846320" y="272491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6" name="Shape 544"/>
          <p:cNvSpPr/>
          <p:nvPr/>
        </p:nvSpPr>
        <p:spPr>
          <a:xfrm>
            <a:off x="4992624" y="272491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7" name="Shape 545"/>
          <p:cNvSpPr/>
          <p:nvPr/>
        </p:nvSpPr>
        <p:spPr>
          <a:xfrm>
            <a:off x="457200" y="287121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8" name="Shape 546"/>
          <p:cNvSpPr/>
          <p:nvPr/>
        </p:nvSpPr>
        <p:spPr>
          <a:xfrm>
            <a:off x="603504" y="287121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9" name="Shape 547"/>
          <p:cNvSpPr/>
          <p:nvPr/>
        </p:nvSpPr>
        <p:spPr>
          <a:xfrm>
            <a:off x="749808" y="287121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0" name="Shape 548"/>
          <p:cNvSpPr/>
          <p:nvPr/>
        </p:nvSpPr>
        <p:spPr>
          <a:xfrm>
            <a:off x="896112" y="287121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1" name="Shape 549"/>
          <p:cNvSpPr/>
          <p:nvPr/>
        </p:nvSpPr>
        <p:spPr>
          <a:xfrm>
            <a:off x="1042416" y="287121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2" name="Shape 550"/>
          <p:cNvSpPr/>
          <p:nvPr/>
        </p:nvSpPr>
        <p:spPr>
          <a:xfrm>
            <a:off x="1188720" y="287121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3" name="Shape 551"/>
          <p:cNvSpPr/>
          <p:nvPr/>
        </p:nvSpPr>
        <p:spPr>
          <a:xfrm>
            <a:off x="1335024" y="287121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4" name="Shape 552"/>
          <p:cNvSpPr/>
          <p:nvPr/>
        </p:nvSpPr>
        <p:spPr>
          <a:xfrm>
            <a:off x="1481328" y="287121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5" name="Shape 553"/>
          <p:cNvSpPr/>
          <p:nvPr/>
        </p:nvSpPr>
        <p:spPr>
          <a:xfrm>
            <a:off x="1627632" y="287121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6" name="Shape 554"/>
          <p:cNvSpPr/>
          <p:nvPr/>
        </p:nvSpPr>
        <p:spPr>
          <a:xfrm>
            <a:off x="1773936" y="287121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7" name="Shape 555"/>
          <p:cNvSpPr/>
          <p:nvPr/>
        </p:nvSpPr>
        <p:spPr>
          <a:xfrm>
            <a:off x="1920240" y="287121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8" name="Shape 556"/>
          <p:cNvSpPr/>
          <p:nvPr/>
        </p:nvSpPr>
        <p:spPr>
          <a:xfrm>
            <a:off x="2066544" y="287121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9" name="Shape 557"/>
          <p:cNvSpPr/>
          <p:nvPr/>
        </p:nvSpPr>
        <p:spPr>
          <a:xfrm>
            <a:off x="2212848" y="287121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0" name="Shape 558"/>
          <p:cNvSpPr/>
          <p:nvPr/>
        </p:nvSpPr>
        <p:spPr>
          <a:xfrm>
            <a:off x="2359152" y="287121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1" name="Shape 559"/>
          <p:cNvSpPr/>
          <p:nvPr/>
        </p:nvSpPr>
        <p:spPr>
          <a:xfrm>
            <a:off x="2505456" y="287121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2" name="Shape 560"/>
          <p:cNvSpPr/>
          <p:nvPr/>
        </p:nvSpPr>
        <p:spPr>
          <a:xfrm>
            <a:off x="2651760" y="287121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3" name="Shape 561"/>
          <p:cNvSpPr/>
          <p:nvPr/>
        </p:nvSpPr>
        <p:spPr>
          <a:xfrm>
            <a:off x="2798064" y="287121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4" name="Shape 562"/>
          <p:cNvSpPr/>
          <p:nvPr/>
        </p:nvSpPr>
        <p:spPr>
          <a:xfrm>
            <a:off x="2944368" y="287121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5" name="Shape 563"/>
          <p:cNvSpPr/>
          <p:nvPr/>
        </p:nvSpPr>
        <p:spPr>
          <a:xfrm>
            <a:off x="3090672" y="287121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6" name="Shape 564"/>
          <p:cNvSpPr/>
          <p:nvPr/>
        </p:nvSpPr>
        <p:spPr>
          <a:xfrm>
            <a:off x="3236976" y="287121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7" name="Shape 565"/>
          <p:cNvSpPr/>
          <p:nvPr/>
        </p:nvSpPr>
        <p:spPr>
          <a:xfrm>
            <a:off x="3383280" y="287121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8" name="Shape 566"/>
          <p:cNvSpPr/>
          <p:nvPr/>
        </p:nvSpPr>
        <p:spPr>
          <a:xfrm>
            <a:off x="3529584" y="287121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9" name="Shape 567"/>
          <p:cNvSpPr/>
          <p:nvPr/>
        </p:nvSpPr>
        <p:spPr>
          <a:xfrm>
            <a:off x="3675888" y="287121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0" name="Shape 568"/>
          <p:cNvSpPr/>
          <p:nvPr/>
        </p:nvSpPr>
        <p:spPr>
          <a:xfrm>
            <a:off x="3822192" y="287121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1" name="Shape 569"/>
          <p:cNvSpPr/>
          <p:nvPr/>
        </p:nvSpPr>
        <p:spPr>
          <a:xfrm>
            <a:off x="3968496" y="287121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2" name="Shape 570"/>
          <p:cNvSpPr/>
          <p:nvPr/>
        </p:nvSpPr>
        <p:spPr>
          <a:xfrm>
            <a:off x="4114800" y="287121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3" name="Shape 571"/>
          <p:cNvSpPr/>
          <p:nvPr/>
        </p:nvSpPr>
        <p:spPr>
          <a:xfrm>
            <a:off x="4261104" y="287121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4" name="Shape 572"/>
          <p:cNvSpPr/>
          <p:nvPr/>
        </p:nvSpPr>
        <p:spPr>
          <a:xfrm>
            <a:off x="4407408" y="287121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5" name="Shape 573"/>
          <p:cNvSpPr/>
          <p:nvPr/>
        </p:nvSpPr>
        <p:spPr>
          <a:xfrm>
            <a:off x="4553712" y="287121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6" name="Shape 574"/>
          <p:cNvSpPr/>
          <p:nvPr/>
        </p:nvSpPr>
        <p:spPr>
          <a:xfrm>
            <a:off x="4700016" y="287121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7" name="Shape 575"/>
          <p:cNvSpPr/>
          <p:nvPr/>
        </p:nvSpPr>
        <p:spPr>
          <a:xfrm>
            <a:off x="4846320" y="287121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8" name="Shape 576"/>
          <p:cNvSpPr/>
          <p:nvPr/>
        </p:nvSpPr>
        <p:spPr>
          <a:xfrm>
            <a:off x="4992624" y="287121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9" name="Shape 577"/>
          <p:cNvSpPr/>
          <p:nvPr/>
        </p:nvSpPr>
        <p:spPr>
          <a:xfrm>
            <a:off x="457200" y="301752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0" name="Shape 578"/>
          <p:cNvSpPr/>
          <p:nvPr/>
        </p:nvSpPr>
        <p:spPr>
          <a:xfrm>
            <a:off x="603504" y="301752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1" name="Shape 579"/>
          <p:cNvSpPr/>
          <p:nvPr/>
        </p:nvSpPr>
        <p:spPr>
          <a:xfrm>
            <a:off x="749808" y="301752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2" name="Shape 580"/>
          <p:cNvSpPr/>
          <p:nvPr/>
        </p:nvSpPr>
        <p:spPr>
          <a:xfrm>
            <a:off x="896112" y="301752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3" name="Shape 581"/>
          <p:cNvSpPr/>
          <p:nvPr/>
        </p:nvSpPr>
        <p:spPr>
          <a:xfrm>
            <a:off x="1042416" y="301752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4" name="Shape 582"/>
          <p:cNvSpPr/>
          <p:nvPr/>
        </p:nvSpPr>
        <p:spPr>
          <a:xfrm>
            <a:off x="1188720" y="301752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5" name="Shape 583"/>
          <p:cNvSpPr/>
          <p:nvPr/>
        </p:nvSpPr>
        <p:spPr>
          <a:xfrm>
            <a:off x="1335024" y="301752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6" name="Shape 584"/>
          <p:cNvSpPr/>
          <p:nvPr/>
        </p:nvSpPr>
        <p:spPr>
          <a:xfrm>
            <a:off x="1481328" y="301752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7" name="Shape 585"/>
          <p:cNvSpPr/>
          <p:nvPr/>
        </p:nvSpPr>
        <p:spPr>
          <a:xfrm>
            <a:off x="1627632" y="301752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8" name="Shape 586"/>
          <p:cNvSpPr/>
          <p:nvPr/>
        </p:nvSpPr>
        <p:spPr>
          <a:xfrm>
            <a:off x="1773936" y="301752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9" name="Shape 587"/>
          <p:cNvSpPr/>
          <p:nvPr/>
        </p:nvSpPr>
        <p:spPr>
          <a:xfrm>
            <a:off x="1920240" y="301752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0" name="Shape 588"/>
          <p:cNvSpPr/>
          <p:nvPr/>
        </p:nvSpPr>
        <p:spPr>
          <a:xfrm>
            <a:off x="2066544" y="301752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1" name="Shape 589"/>
          <p:cNvSpPr/>
          <p:nvPr/>
        </p:nvSpPr>
        <p:spPr>
          <a:xfrm>
            <a:off x="2212848" y="301752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2" name="Shape 590"/>
          <p:cNvSpPr/>
          <p:nvPr/>
        </p:nvSpPr>
        <p:spPr>
          <a:xfrm>
            <a:off x="2359152" y="301752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3" name="Shape 591"/>
          <p:cNvSpPr/>
          <p:nvPr/>
        </p:nvSpPr>
        <p:spPr>
          <a:xfrm>
            <a:off x="2505456" y="301752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4" name="Shape 592"/>
          <p:cNvSpPr/>
          <p:nvPr/>
        </p:nvSpPr>
        <p:spPr>
          <a:xfrm>
            <a:off x="2651760" y="301752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5" name="Shape 593"/>
          <p:cNvSpPr/>
          <p:nvPr/>
        </p:nvSpPr>
        <p:spPr>
          <a:xfrm>
            <a:off x="2798064" y="301752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6" name="Shape 594"/>
          <p:cNvSpPr/>
          <p:nvPr/>
        </p:nvSpPr>
        <p:spPr>
          <a:xfrm>
            <a:off x="2944368" y="301752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7" name="Shape 595"/>
          <p:cNvSpPr/>
          <p:nvPr/>
        </p:nvSpPr>
        <p:spPr>
          <a:xfrm>
            <a:off x="3090672" y="301752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8" name="Shape 596"/>
          <p:cNvSpPr/>
          <p:nvPr/>
        </p:nvSpPr>
        <p:spPr>
          <a:xfrm>
            <a:off x="3236976" y="301752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9" name="Shape 597"/>
          <p:cNvSpPr/>
          <p:nvPr/>
        </p:nvSpPr>
        <p:spPr>
          <a:xfrm>
            <a:off x="3383280" y="301752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0" name="Shape 598"/>
          <p:cNvSpPr/>
          <p:nvPr/>
        </p:nvSpPr>
        <p:spPr>
          <a:xfrm>
            <a:off x="3529584" y="301752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1" name="Shape 599"/>
          <p:cNvSpPr/>
          <p:nvPr/>
        </p:nvSpPr>
        <p:spPr>
          <a:xfrm>
            <a:off x="3675888" y="301752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2" name="Shape 600"/>
          <p:cNvSpPr/>
          <p:nvPr/>
        </p:nvSpPr>
        <p:spPr>
          <a:xfrm>
            <a:off x="3822192" y="301752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3" name="Shape 601"/>
          <p:cNvSpPr/>
          <p:nvPr/>
        </p:nvSpPr>
        <p:spPr>
          <a:xfrm>
            <a:off x="3968496" y="301752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4" name="Shape 602"/>
          <p:cNvSpPr/>
          <p:nvPr/>
        </p:nvSpPr>
        <p:spPr>
          <a:xfrm>
            <a:off x="4114800" y="301752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5" name="Shape 603"/>
          <p:cNvSpPr/>
          <p:nvPr/>
        </p:nvSpPr>
        <p:spPr>
          <a:xfrm>
            <a:off x="4261104" y="301752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6" name="Shape 604"/>
          <p:cNvSpPr/>
          <p:nvPr/>
        </p:nvSpPr>
        <p:spPr>
          <a:xfrm>
            <a:off x="4407408" y="301752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7" name="Shape 605"/>
          <p:cNvSpPr/>
          <p:nvPr/>
        </p:nvSpPr>
        <p:spPr>
          <a:xfrm>
            <a:off x="4553712" y="301752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8" name="Shape 606"/>
          <p:cNvSpPr/>
          <p:nvPr/>
        </p:nvSpPr>
        <p:spPr>
          <a:xfrm>
            <a:off x="4700016" y="301752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9" name="Shape 607"/>
          <p:cNvSpPr/>
          <p:nvPr/>
        </p:nvSpPr>
        <p:spPr>
          <a:xfrm>
            <a:off x="4846320" y="301752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0" name="Shape 608"/>
          <p:cNvSpPr/>
          <p:nvPr/>
        </p:nvSpPr>
        <p:spPr>
          <a:xfrm>
            <a:off x="4992624" y="301752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1" name="Shape 609"/>
          <p:cNvSpPr/>
          <p:nvPr/>
        </p:nvSpPr>
        <p:spPr>
          <a:xfrm>
            <a:off x="457200" y="316382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2" name="Shape 610"/>
          <p:cNvSpPr/>
          <p:nvPr/>
        </p:nvSpPr>
        <p:spPr>
          <a:xfrm>
            <a:off x="603504" y="316382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3" name="Shape 611"/>
          <p:cNvSpPr/>
          <p:nvPr/>
        </p:nvSpPr>
        <p:spPr>
          <a:xfrm>
            <a:off x="749808" y="316382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4" name="Shape 612"/>
          <p:cNvSpPr/>
          <p:nvPr/>
        </p:nvSpPr>
        <p:spPr>
          <a:xfrm>
            <a:off x="896112" y="316382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5" name="Shape 613"/>
          <p:cNvSpPr/>
          <p:nvPr/>
        </p:nvSpPr>
        <p:spPr>
          <a:xfrm>
            <a:off x="1042416" y="316382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6" name="Shape 614"/>
          <p:cNvSpPr/>
          <p:nvPr/>
        </p:nvSpPr>
        <p:spPr>
          <a:xfrm>
            <a:off x="1188720" y="316382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7" name="Shape 615"/>
          <p:cNvSpPr/>
          <p:nvPr/>
        </p:nvSpPr>
        <p:spPr>
          <a:xfrm>
            <a:off x="1335024" y="316382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8" name="Shape 616"/>
          <p:cNvSpPr/>
          <p:nvPr/>
        </p:nvSpPr>
        <p:spPr>
          <a:xfrm>
            <a:off x="1481328" y="316382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9" name="Shape 617"/>
          <p:cNvSpPr/>
          <p:nvPr/>
        </p:nvSpPr>
        <p:spPr>
          <a:xfrm>
            <a:off x="1627632" y="316382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0" name="Shape 618"/>
          <p:cNvSpPr/>
          <p:nvPr/>
        </p:nvSpPr>
        <p:spPr>
          <a:xfrm>
            <a:off x="1773936" y="316382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1" name="Shape 619"/>
          <p:cNvSpPr/>
          <p:nvPr/>
        </p:nvSpPr>
        <p:spPr>
          <a:xfrm>
            <a:off x="1920240" y="316382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2" name="Shape 620"/>
          <p:cNvSpPr/>
          <p:nvPr/>
        </p:nvSpPr>
        <p:spPr>
          <a:xfrm>
            <a:off x="2066544" y="316382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3" name="Shape 621"/>
          <p:cNvSpPr/>
          <p:nvPr/>
        </p:nvSpPr>
        <p:spPr>
          <a:xfrm>
            <a:off x="2212848" y="316382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4" name="Shape 622"/>
          <p:cNvSpPr/>
          <p:nvPr/>
        </p:nvSpPr>
        <p:spPr>
          <a:xfrm>
            <a:off x="2359152" y="316382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5" name="Shape 623"/>
          <p:cNvSpPr/>
          <p:nvPr/>
        </p:nvSpPr>
        <p:spPr>
          <a:xfrm>
            <a:off x="2505456" y="316382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6" name="Shape 624"/>
          <p:cNvSpPr/>
          <p:nvPr/>
        </p:nvSpPr>
        <p:spPr>
          <a:xfrm>
            <a:off x="2651760" y="316382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7" name="Shape 625"/>
          <p:cNvSpPr/>
          <p:nvPr/>
        </p:nvSpPr>
        <p:spPr>
          <a:xfrm>
            <a:off x="2798064" y="316382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8" name="Shape 626"/>
          <p:cNvSpPr/>
          <p:nvPr/>
        </p:nvSpPr>
        <p:spPr>
          <a:xfrm>
            <a:off x="2944368" y="316382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9" name="Shape 627"/>
          <p:cNvSpPr/>
          <p:nvPr/>
        </p:nvSpPr>
        <p:spPr>
          <a:xfrm>
            <a:off x="3090672" y="316382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0" name="Shape 628"/>
          <p:cNvSpPr/>
          <p:nvPr/>
        </p:nvSpPr>
        <p:spPr>
          <a:xfrm>
            <a:off x="3236976" y="316382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1" name="Shape 629"/>
          <p:cNvSpPr/>
          <p:nvPr/>
        </p:nvSpPr>
        <p:spPr>
          <a:xfrm>
            <a:off x="3383280" y="316382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2" name="Shape 630"/>
          <p:cNvSpPr/>
          <p:nvPr/>
        </p:nvSpPr>
        <p:spPr>
          <a:xfrm>
            <a:off x="3529584" y="316382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3" name="Shape 631"/>
          <p:cNvSpPr/>
          <p:nvPr/>
        </p:nvSpPr>
        <p:spPr>
          <a:xfrm>
            <a:off x="3675888" y="316382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4" name="Shape 632"/>
          <p:cNvSpPr/>
          <p:nvPr/>
        </p:nvSpPr>
        <p:spPr>
          <a:xfrm>
            <a:off x="3822192" y="316382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5" name="Shape 633"/>
          <p:cNvSpPr/>
          <p:nvPr/>
        </p:nvSpPr>
        <p:spPr>
          <a:xfrm>
            <a:off x="3968496" y="316382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6" name="Shape 634"/>
          <p:cNvSpPr/>
          <p:nvPr/>
        </p:nvSpPr>
        <p:spPr>
          <a:xfrm>
            <a:off x="4114800" y="316382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7" name="Shape 635"/>
          <p:cNvSpPr/>
          <p:nvPr/>
        </p:nvSpPr>
        <p:spPr>
          <a:xfrm>
            <a:off x="4261104" y="316382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8" name="Shape 636"/>
          <p:cNvSpPr/>
          <p:nvPr/>
        </p:nvSpPr>
        <p:spPr>
          <a:xfrm>
            <a:off x="4407408" y="316382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9" name="Shape 637"/>
          <p:cNvSpPr/>
          <p:nvPr/>
        </p:nvSpPr>
        <p:spPr>
          <a:xfrm>
            <a:off x="4553712" y="316382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0" name="Shape 638"/>
          <p:cNvSpPr/>
          <p:nvPr/>
        </p:nvSpPr>
        <p:spPr>
          <a:xfrm>
            <a:off x="4700016" y="316382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1" name="Shape 639"/>
          <p:cNvSpPr/>
          <p:nvPr/>
        </p:nvSpPr>
        <p:spPr>
          <a:xfrm>
            <a:off x="4846320" y="316382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2" name="Shape 640"/>
          <p:cNvSpPr/>
          <p:nvPr/>
        </p:nvSpPr>
        <p:spPr>
          <a:xfrm>
            <a:off x="4992624" y="316382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3" name="Shape 641"/>
          <p:cNvSpPr/>
          <p:nvPr/>
        </p:nvSpPr>
        <p:spPr>
          <a:xfrm>
            <a:off x="457200" y="331012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4" name="Shape 642"/>
          <p:cNvSpPr/>
          <p:nvPr/>
        </p:nvSpPr>
        <p:spPr>
          <a:xfrm>
            <a:off x="603504" y="331012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5" name="Shape 643"/>
          <p:cNvSpPr/>
          <p:nvPr/>
        </p:nvSpPr>
        <p:spPr>
          <a:xfrm>
            <a:off x="749808" y="331012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6" name="Shape 644"/>
          <p:cNvSpPr/>
          <p:nvPr/>
        </p:nvSpPr>
        <p:spPr>
          <a:xfrm>
            <a:off x="896112" y="331012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7" name="Shape 645"/>
          <p:cNvSpPr/>
          <p:nvPr/>
        </p:nvSpPr>
        <p:spPr>
          <a:xfrm>
            <a:off x="1042416" y="331012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8" name="Shape 646"/>
          <p:cNvSpPr/>
          <p:nvPr/>
        </p:nvSpPr>
        <p:spPr>
          <a:xfrm>
            <a:off x="1188720" y="331012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9" name="Shape 647"/>
          <p:cNvSpPr/>
          <p:nvPr/>
        </p:nvSpPr>
        <p:spPr>
          <a:xfrm>
            <a:off x="1335024" y="331012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0" name="Shape 648"/>
          <p:cNvSpPr/>
          <p:nvPr/>
        </p:nvSpPr>
        <p:spPr>
          <a:xfrm>
            <a:off x="1481328" y="331012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1" name="Shape 649"/>
          <p:cNvSpPr/>
          <p:nvPr/>
        </p:nvSpPr>
        <p:spPr>
          <a:xfrm>
            <a:off x="1627632" y="331012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2" name="Shape 650"/>
          <p:cNvSpPr/>
          <p:nvPr/>
        </p:nvSpPr>
        <p:spPr>
          <a:xfrm>
            <a:off x="1773936" y="331012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3" name="Shape 651"/>
          <p:cNvSpPr/>
          <p:nvPr/>
        </p:nvSpPr>
        <p:spPr>
          <a:xfrm>
            <a:off x="1920240" y="331012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4" name="Shape 652"/>
          <p:cNvSpPr/>
          <p:nvPr/>
        </p:nvSpPr>
        <p:spPr>
          <a:xfrm>
            <a:off x="2066544" y="331012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5" name="Shape 653"/>
          <p:cNvSpPr/>
          <p:nvPr/>
        </p:nvSpPr>
        <p:spPr>
          <a:xfrm>
            <a:off x="2212848" y="331012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6" name="Shape 654"/>
          <p:cNvSpPr/>
          <p:nvPr/>
        </p:nvSpPr>
        <p:spPr>
          <a:xfrm>
            <a:off x="2359152" y="331012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7" name="Shape 655"/>
          <p:cNvSpPr/>
          <p:nvPr/>
        </p:nvSpPr>
        <p:spPr>
          <a:xfrm>
            <a:off x="2505456" y="331012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8" name="Shape 656"/>
          <p:cNvSpPr/>
          <p:nvPr/>
        </p:nvSpPr>
        <p:spPr>
          <a:xfrm>
            <a:off x="2651760" y="331012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9" name="Shape 657"/>
          <p:cNvSpPr/>
          <p:nvPr/>
        </p:nvSpPr>
        <p:spPr>
          <a:xfrm>
            <a:off x="2798064" y="331012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0" name="Shape 658"/>
          <p:cNvSpPr/>
          <p:nvPr/>
        </p:nvSpPr>
        <p:spPr>
          <a:xfrm>
            <a:off x="2944368" y="331012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1" name="Shape 659"/>
          <p:cNvSpPr/>
          <p:nvPr/>
        </p:nvSpPr>
        <p:spPr>
          <a:xfrm>
            <a:off x="3090672" y="331012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2" name="Shape 660"/>
          <p:cNvSpPr/>
          <p:nvPr/>
        </p:nvSpPr>
        <p:spPr>
          <a:xfrm>
            <a:off x="3236976" y="331012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3" name="Shape 661"/>
          <p:cNvSpPr/>
          <p:nvPr/>
        </p:nvSpPr>
        <p:spPr>
          <a:xfrm>
            <a:off x="3383280" y="331012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4" name="Shape 662"/>
          <p:cNvSpPr/>
          <p:nvPr/>
        </p:nvSpPr>
        <p:spPr>
          <a:xfrm>
            <a:off x="3529584" y="331012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5" name="Shape 663"/>
          <p:cNvSpPr/>
          <p:nvPr/>
        </p:nvSpPr>
        <p:spPr>
          <a:xfrm>
            <a:off x="3675888" y="331012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6" name="Shape 664"/>
          <p:cNvSpPr/>
          <p:nvPr/>
        </p:nvSpPr>
        <p:spPr>
          <a:xfrm>
            <a:off x="3822192" y="331012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7" name="Shape 665"/>
          <p:cNvSpPr/>
          <p:nvPr/>
        </p:nvSpPr>
        <p:spPr>
          <a:xfrm>
            <a:off x="3968496" y="331012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8" name="Shape 666"/>
          <p:cNvSpPr/>
          <p:nvPr/>
        </p:nvSpPr>
        <p:spPr>
          <a:xfrm>
            <a:off x="4114800" y="331012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9" name="Shape 667"/>
          <p:cNvSpPr/>
          <p:nvPr/>
        </p:nvSpPr>
        <p:spPr>
          <a:xfrm>
            <a:off x="4261104" y="331012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0" name="Shape 668"/>
          <p:cNvSpPr/>
          <p:nvPr/>
        </p:nvSpPr>
        <p:spPr>
          <a:xfrm>
            <a:off x="4407408" y="331012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1" name="Shape 669"/>
          <p:cNvSpPr/>
          <p:nvPr/>
        </p:nvSpPr>
        <p:spPr>
          <a:xfrm>
            <a:off x="4553712" y="331012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2" name="Shape 670"/>
          <p:cNvSpPr/>
          <p:nvPr/>
        </p:nvSpPr>
        <p:spPr>
          <a:xfrm>
            <a:off x="4700016" y="331012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3" name="Shape 671"/>
          <p:cNvSpPr/>
          <p:nvPr/>
        </p:nvSpPr>
        <p:spPr>
          <a:xfrm>
            <a:off x="4846320" y="331012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4" name="Shape 672"/>
          <p:cNvSpPr/>
          <p:nvPr/>
        </p:nvSpPr>
        <p:spPr>
          <a:xfrm>
            <a:off x="4992624" y="331012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5" name="Shape 673"/>
          <p:cNvSpPr/>
          <p:nvPr/>
        </p:nvSpPr>
        <p:spPr>
          <a:xfrm>
            <a:off x="457200" y="345643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6" name="Shape 674"/>
          <p:cNvSpPr/>
          <p:nvPr/>
        </p:nvSpPr>
        <p:spPr>
          <a:xfrm>
            <a:off x="603504" y="345643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7" name="Shape 675"/>
          <p:cNvSpPr/>
          <p:nvPr/>
        </p:nvSpPr>
        <p:spPr>
          <a:xfrm>
            <a:off x="749808" y="345643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8" name="Shape 676"/>
          <p:cNvSpPr/>
          <p:nvPr/>
        </p:nvSpPr>
        <p:spPr>
          <a:xfrm>
            <a:off x="896112" y="345643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9" name="Shape 677"/>
          <p:cNvSpPr/>
          <p:nvPr/>
        </p:nvSpPr>
        <p:spPr>
          <a:xfrm>
            <a:off x="1042416" y="345643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0" name="Shape 678"/>
          <p:cNvSpPr/>
          <p:nvPr/>
        </p:nvSpPr>
        <p:spPr>
          <a:xfrm>
            <a:off x="1188720" y="345643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1" name="Shape 679"/>
          <p:cNvSpPr/>
          <p:nvPr/>
        </p:nvSpPr>
        <p:spPr>
          <a:xfrm>
            <a:off x="1335024" y="345643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2" name="Shape 680"/>
          <p:cNvSpPr/>
          <p:nvPr/>
        </p:nvSpPr>
        <p:spPr>
          <a:xfrm>
            <a:off x="1481328" y="345643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3" name="Shape 681"/>
          <p:cNvSpPr/>
          <p:nvPr/>
        </p:nvSpPr>
        <p:spPr>
          <a:xfrm>
            <a:off x="1627632" y="345643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4" name="Shape 682"/>
          <p:cNvSpPr/>
          <p:nvPr/>
        </p:nvSpPr>
        <p:spPr>
          <a:xfrm>
            <a:off x="1773936" y="345643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5" name="Shape 683"/>
          <p:cNvSpPr/>
          <p:nvPr/>
        </p:nvSpPr>
        <p:spPr>
          <a:xfrm>
            <a:off x="1920240" y="345643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6" name="Shape 684"/>
          <p:cNvSpPr/>
          <p:nvPr/>
        </p:nvSpPr>
        <p:spPr>
          <a:xfrm>
            <a:off x="2066544" y="345643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7" name="Shape 685"/>
          <p:cNvSpPr/>
          <p:nvPr/>
        </p:nvSpPr>
        <p:spPr>
          <a:xfrm>
            <a:off x="2212848" y="345643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8" name="Shape 686"/>
          <p:cNvSpPr/>
          <p:nvPr/>
        </p:nvSpPr>
        <p:spPr>
          <a:xfrm>
            <a:off x="2359152" y="345643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9" name="Shape 687"/>
          <p:cNvSpPr/>
          <p:nvPr/>
        </p:nvSpPr>
        <p:spPr>
          <a:xfrm>
            <a:off x="2505456" y="345643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0" name="Shape 688"/>
          <p:cNvSpPr/>
          <p:nvPr/>
        </p:nvSpPr>
        <p:spPr>
          <a:xfrm>
            <a:off x="2651760" y="345643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1" name="Shape 689"/>
          <p:cNvSpPr/>
          <p:nvPr/>
        </p:nvSpPr>
        <p:spPr>
          <a:xfrm>
            <a:off x="2798064" y="345643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2" name="Shape 690"/>
          <p:cNvSpPr/>
          <p:nvPr/>
        </p:nvSpPr>
        <p:spPr>
          <a:xfrm>
            <a:off x="2944368" y="345643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3" name="Shape 691"/>
          <p:cNvSpPr/>
          <p:nvPr/>
        </p:nvSpPr>
        <p:spPr>
          <a:xfrm>
            <a:off x="3090672" y="345643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4" name="Shape 692"/>
          <p:cNvSpPr/>
          <p:nvPr/>
        </p:nvSpPr>
        <p:spPr>
          <a:xfrm>
            <a:off x="3236976" y="345643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5" name="Shape 693"/>
          <p:cNvSpPr/>
          <p:nvPr/>
        </p:nvSpPr>
        <p:spPr>
          <a:xfrm>
            <a:off x="3383280" y="345643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6" name="Shape 694"/>
          <p:cNvSpPr/>
          <p:nvPr/>
        </p:nvSpPr>
        <p:spPr>
          <a:xfrm>
            <a:off x="3529584" y="345643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7" name="Shape 695"/>
          <p:cNvSpPr/>
          <p:nvPr/>
        </p:nvSpPr>
        <p:spPr>
          <a:xfrm>
            <a:off x="3675888" y="345643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8" name="Shape 696"/>
          <p:cNvSpPr/>
          <p:nvPr/>
        </p:nvSpPr>
        <p:spPr>
          <a:xfrm>
            <a:off x="3822192" y="345643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9" name="Shape 697"/>
          <p:cNvSpPr/>
          <p:nvPr/>
        </p:nvSpPr>
        <p:spPr>
          <a:xfrm>
            <a:off x="3968496" y="345643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0" name="Shape 698"/>
          <p:cNvSpPr/>
          <p:nvPr/>
        </p:nvSpPr>
        <p:spPr>
          <a:xfrm>
            <a:off x="4114800" y="345643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1" name="Shape 699"/>
          <p:cNvSpPr/>
          <p:nvPr/>
        </p:nvSpPr>
        <p:spPr>
          <a:xfrm>
            <a:off x="4261104" y="345643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2" name="Shape 700"/>
          <p:cNvSpPr/>
          <p:nvPr/>
        </p:nvSpPr>
        <p:spPr>
          <a:xfrm>
            <a:off x="4407408" y="345643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3" name="Shape 701"/>
          <p:cNvSpPr/>
          <p:nvPr/>
        </p:nvSpPr>
        <p:spPr>
          <a:xfrm>
            <a:off x="4553712" y="345643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4" name="Shape 702"/>
          <p:cNvSpPr/>
          <p:nvPr/>
        </p:nvSpPr>
        <p:spPr>
          <a:xfrm>
            <a:off x="4700016" y="345643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5" name="Shape 703"/>
          <p:cNvSpPr/>
          <p:nvPr/>
        </p:nvSpPr>
        <p:spPr>
          <a:xfrm>
            <a:off x="4846320" y="345643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6" name="Shape 704"/>
          <p:cNvSpPr/>
          <p:nvPr/>
        </p:nvSpPr>
        <p:spPr>
          <a:xfrm>
            <a:off x="4992624" y="345643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7" name="Shape 705"/>
          <p:cNvSpPr/>
          <p:nvPr/>
        </p:nvSpPr>
        <p:spPr>
          <a:xfrm>
            <a:off x="457200" y="360273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8" name="Shape 706"/>
          <p:cNvSpPr/>
          <p:nvPr/>
        </p:nvSpPr>
        <p:spPr>
          <a:xfrm>
            <a:off x="603504" y="360273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9" name="Shape 707"/>
          <p:cNvSpPr/>
          <p:nvPr/>
        </p:nvSpPr>
        <p:spPr>
          <a:xfrm>
            <a:off x="749808" y="360273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0" name="Shape 708"/>
          <p:cNvSpPr/>
          <p:nvPr/>
        </p:nvSpPr>
        <p:spPr>
          <a:xfrm>
            <a:off x="896112" y="360273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1" name="Shape 709"/>
          <p:cNvSpPr/>
          <p:nvPr/>
        </p:nvSpPr>
        <p:spPr>
          <a:xfrm>
            <a:off x="1042416" y="360273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2" name="Shape 710"/>
          <p:cNvSpPr/>
          <p:nvPr/>
        </p:nvSpPr>
        <p:spPr>
          <a:xfrm>
            <a:off x="1188720" y="360273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3" name="Shape 711"/>
          <p:cNvSpPr/>
          <p:nvPr/>
        </p:nvSpPr>
        <p:spPr>
          <a:xfrm>
            <a:off x="1335024" y="360273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4" name="Shape 712"/>
          <p:cNvSpPr/>
          <p:nvPr/>
        </p:nvSpPr>
        <p:spPr>
          <a:xfrm>
            <a:off x="1481328" y="360273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5" name="Shape 713"/>
          <p:cNvSpPr/>
          <p:nvPr/>
        </p:nvSpPr>
        <p:spPr>
          <a:xfrm>
            <a:off x="1627632" y="360273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6" name="Shape 714"/>
          <p:cNvSpPr/>
          <p:nvPr/>
        </p:nvSpPr>
        <p:spPr>
          <a:xfrm>
            <a:off x="1773936" y="360273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7" name="Shape 715"/>
          <p:cNvSpPr/>
          <p:nvPr/>
        </p:nvSpPr>
        <p:spPr>
          <a:xfrm>
            <a:off x="1920240" y="360273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8" name="Shape 716"/>
          <p:cNvSpPr/>
          <p:nvPr/>
        </p:nvSpPr>
        <p:spPr>
          <a:xfrm>
            <a:off x="2066544" y="360273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9" name="Shape 717"/>
          <p:cNvSpPr/>
          <p:nvPr/>
        </p:nvSpPr>
        <p:spPr>
          <a:xfrm>
            <a:off x="2212848" y="360273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0" name="Shape 718"/>
          <p:cNvSpPr/>
          <p:nvPr/>
        </p:nvSpPr>
        <p:spPr>
          <a:xfrm>
            <a:off x="2359152" y="360273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1" name="Shape 719"/>
          <p:cNvSpPr/>
          <p:nvPr/>
        </p:nvSpPr>
        <p:spPr>
          <a:xfrm>
            <a:off x="2505456" y="360273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2" name="Shape 720"/>
          <p:cNvSpPr/>
          <p:nvPr/>
        </p:nvSpPr>
        <p:spPr>
          <a:xfrm>
            <a:off x="2651760" y="360273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3" name="Shape 721"/>
          <p:cNvSpPr/>
          <p:nvPr/>
        </p:nvSpPr>
        <p:spPr>
          <a:xfrm>
            <a:off x="2798064" y="360273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4" name="Shape 722"/>
          <p:cNvSpPr/>
          <p:nvPr/>
        </p:nvSpPr>
        <p:spPr>
          <a:xfrm>
            <a:off x="2944368" y="360273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5" name="Shape 723"/>
          <p:cNvSpPr/>
          <p:nvPr/>
        </p:nvSpPr>
        <p:spPr>
          <a:xfrm>
            <a:off x="3090672" y="360273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6" name="Shape 724"/>
          <p:cNvSpPr/>
          <p:nvPr/>
        </p:nvSpPr>
        <p:spPr>
          <a:xfrm>
            <a:off x="3236976" y="360273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7" name="Shape 725"/>
          <p:cNvSpPr/>
          <p:nvPr/>
        </p:nvSpPr>
        <p:spPr>
          <a:xfrm>
            <a:off x="3383280" y="360273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8" name="Shape 726"/>
          <p:cNvSpPr/>
          <p:nvPr/>
        </p:nvSpPr>
        <p:spPr>
          <a:xfrm>
            <a:off x="3529584" y="360273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9" name="Shape 727"/>
          <p:cNvSpPr/>
          <p:nvPr/>
        </p:nvSpPr>
        <p:spPr>
          <a:xfrm>
            <a:off x="3675888" y="360273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0" name="Shape 728"/>
          <p:cNvSpPr/>
          <p:nvPr/>
        </p:nvSpPr>
        <p:spPr>
          <a:xfrm>
            <a:off x="3822192" y="360273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1" name="Shape 729"/>
          <p:cNvSpPr/>
          <p:nvPr/>
        </p:nvSpPr>
        <p:spPr>
          <a:xfrm>
            <a:off x="3968496" y="360273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2" name="Shape 730"/>
          <p:cNvSpPr/>
          <p:nvPr/>
        </p:nvSpPr>
        <p:spPr>
          <a:xfrm>
            <a:off x="4114800" y="360273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3" name="Shape 731"/>
          <p:cNvSpPr/>
          <p:nvPr/>
        </p:nvSpPr>
        <p:spPr>
          <a:xfrm>
            <a:off x="4261104" y="360273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4" name="Shape 732"/>
          <p:cNvSpPr/>
          <p:nvPr/>
        </p:nvSpPr>
        <p:spPr>
          <a:xfrm>
            <a:off x="4407408" y="360273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5" name="Shape 733"/>
          <p:cNvSpPr/>
          <p:nvPr/>
        </p:nvSpPr>
        <p:spPr>
          <a:xfrm>
            <a:off x="4553712" y="360273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6" name="Shape 734"/>
          <p:cNvSpPr/>
          <p:nvPr/>
        </p:nvSpPr>
        <p:spPr>
          <a:xfrm>
            <a:off x="4700016" y="360273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7" name="Shape 735"/>
          <p:cNvSpPr/>
          <p:nvPr/>
        </p:nvSpPr>
        <p:spPr>
          <a:xfrm>
            <a:off x="4846320" y="360273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8" name="Shape 736"/>
          <p:cNvSpPr/>
          <p:nvPr/>
        </p:nvSpPr>
        <p:spPr>
          <a:xfrm>
            <a:off x="4992624" y="360273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9" name="Shape 737"/>
          <p:cNvSpPr/>
          <p:nvPr/>
        </p:nvSpPr>
        <p:spPr>
          <a:xfrm>
            <a:off x="457200" y="374904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0" name="Shape 738"/>
          <p:cNvSpPr/>
          <p:nvPr/>
        </p:nvSpPr>
        <p:spPr>
          <a:xfrm>
            <a:off x="603504" y="374904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1" name="Shape 739"/>
          <p:cNvSpPr/>
          <p:nvPr/>
        </p:nvSpPr>
        <p:spPr>
          <a:xfrm>
            <a:off x="749808" y="374904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2" name="Shape 740"/>
          <p:cNvSpPr/>
          <p:nvPr/>
        </p:nvSpPr>
        <p:spPr>
          <a:xfrm>
            <a:off x="896112" y="374904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3" name="Shape 741"/>
          <p:cNvSpPr/>
          <p:nvPr/>
        </p:nvSpPr>
        <p:spPr>
          <a:xfrm>
            <a:off x="1042416" y="374904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4" name="Shape 742"/>
          <p:cNvSpPr/>
          <p:nvPr/>
        </p:nvSpPr>
        <p:spPr>
          <a:xfrm>
            <a:off x="1188720" y="374904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5" name="Shape 743"/>
          <p:cNvSpPr/>
          <p:nvPr/>
        </p:nvSpPr>
        <p:spPr>
          <a:xfrm>
            <a:off x="1335024" y="374904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6" name="Shape 744"/>
          <p:cNvSpPr/>
          <p:nvPr/>
        </p:nvSpPr>
        <p:spPr>
          <a:xfrm>
            <a:off x="1481328" y="374904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7" name="Shape 745"/>
          <p:cNvSpPr/>
          <p:nvPr/>
        </p:nvSpPr>
        <p:spPr>
          <a:xfrm>
            <a:off x="1627632" y="374904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8" name="Shape 746"/>
          <p:cNvSpPr/>
          <p:nvPr/>
        </p:nvSpPr>
        <p:spPr>
          <a:xfrm>
            <a:off x="1773936" y="374904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9" name="Shape 747"/>
          <p:cNvSpPr/>
          <p:nvPr/>
        </p:nvSpPr>
        <p:spPr>
          <a:xfrm>
            <a:off x="1920240" y="374904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0" name="Shape 748"/>
          <p:cNvSpPr/>
          <p:nvPr/>
        </p:nvSpPr>
        <p:spPr>
          <a:xfrm>
            <a:off x="2066544" y="374904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1" name="Shape 749"/>
          <p:cNvSpPr/>
          <p:nvPr/>
        </p:nvSpPr>
        <p:spPr>
          <a:xfrm>
            <a:off x="2212848" y="374904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2" name="Shape 750"/>
          <p:cNvSpPr/>
          <p:nvPr/>
        </p:nvSpPr>
        <p:spPr>
          <a:xfrm>
            <a:off x="2359152" y="374904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3" name="Shape 751"/>
          <p:cNvSpPr/>
          <p:nvPr/>
        </p:nvSpPr>
        <p:spPr>
          <a:xfrm>
            <a:off x="2505456" y="374904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4" name="Shape 752"/>
          <p:cNvSpPr/>
          <p:nvPr/>
        </p:nvSpPr>
        <p:spPr>
          <a:xfrm>
            <a:off x="2651760" y="374904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5" name="Shape 753"/>
          <p:cNvSpPr/>
          <p:nvPr/>
        </p:nvSpPr>
        <p:spPr>
          <a:xfrm>
            <a:off x="2798064" y="374904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6" name="Shape 754"/>
          <p:cNvSpPr/>
          <p:nvPr/>
        </p:nvSpPr>
        <p:spPr>
          <a:xfrm>
            <a:off x="2944368" y="374904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7" name="Shape 755"/>
          <p:cNvSpPr/>
          <p:nvPr/>
        </p:nvSpPr>
        <p:spPr>
          <a:xfrm>
            <a:off x="3090672" y="374904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8" name="Shape 756"/>
          <p:cNvSpPr/>
          <p:nvPr/>
        </p:nvSpPr>
        <p:spPr>
          <a:xfrm>
            <a:off x="3236976" y="374904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9" name="Shape 757"/>
          <p:cNvSpPr/>
          <p:nvPr/>
        </p:nvSpPr>
        <p:spPr>
          <a:xfrm>
            <a:off x="3383280" y="374904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0" name="Shape 758"/>
          <p:cNvSpPr/>
          <p:nvPr/>
        </p:nvSpPr>
        <p:spPr>
          <a:xfrm>
            <a:off x="3529584" y="374904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1" name="Shape 759"/>
          <p:cNvSpPr/>
          <p:nvPr/>
        </p:nvSpPr>
        <p:spPr>
          <a:xfrm>
            <a:off x="3675888" y="374904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2" name="Shape 760"/>
          <p:cNvSpPr/>
          <p:nvPr/>
        </p:nvSpPr>
        <p:spPr>
          <a:xfrm>
            <a:off x="3822192" y="374904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3" name="Shape 761"/>
          <p:cNvSpPr/>
          <p:nvPr/>
        </p:nvSpPr>
        <p:spPr>
          <a:xfrm>
            <a:off x="3968496" y="374904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4" name="Shape 762"/>
          <p:cNvSpPr/>
          <p:nvPr/>
        </p:nvSpPr>
        <p:spPr>
          <a:xfrm>
            <a:off x="4114800" y="374904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5" name="Shape 763"/>
          <p:cNvSpPr/>
          <p:nvPr/>
        </p:nvSpPr>
        <p:spPr>
          <a:xfrm>
            <a:off x="4261104" y="374904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6" name="Shape 764"/>
          <p:cNvSpPr/>
          <p:nvPr/>
        </p:nvSpPr>
        <p:spPr>
          <a:xfrm>
            <a:off x="4407408" y="374904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7" name="Shape 765"/>
          <p:cNvSpPr/>
          <p:nvPr/>
        </p:nvSpPr>
        <p:spPr>
          <a:xfrm>
            <a:off x="4553712" y="374904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8" name="Shape 766"/>
          <p:cNvSpPr/>
          <p:nvPr/>
        </p:nvSpPr>
        <p:spPr>
          <a:xfrm>
            <a:off x="4700016" y="374904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9" name="Shape 767"/>
          <p:cNvSpPr/>
          <p:nvPr/>
        </p:nvSpPr>
        <p:spPr>
          <a:xfrm>
            <a:off x="4846320" y="374904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0" name="Shape 768"/>
          <p:cNvSpPr/>
          <p:nvPr/>
        </p:nvSpPr>
        <p:spPr>
          <a:xfrm>
            <a:off x="4992624" y="3749040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1" name="Shape 769"/>
          <p:cNvSpPr/>
          <p:nvPr/>
        </p:nvSpPr>
        <p:spPr>
          <a:xfrm>
            <a:off x="457200" y="389534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2" name="Shape 770"/>
          <p:cNvSpPr/>
          <p:nvPr/>
        </p:nvSpPr>
        <p:spPr>
          <a:xfrm>
            <a:off x="603504" y="389534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3" name="Shape 771"/>
          <p:cNvSpPr/>
          <p:nvPr/>
        </p:nvSpPr>
        <p:spPr>
          <a:xfrm>
            <a:off x="749808" y="389534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4" name="Shape 772"/>
          <p:cNvSpPr/>
          <p:nvPr/>
        </p:nvSpPr>
        <p:spPr>
          <a:xfrm>
            <a:off x="896112" y="389534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5" name="Shape 773"/>
          <p:cNvSpPr/>
          <p:nvPr/>
        </p:nvSpPr>
        <p:spPr>
          <a:xfrm>
            <a:off x="1042416" y="389534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6" name="Shape 774"/>
          <p:cNvSpPr/>
          <p:nvPr/>
        </p:nvSpPr>
        <p:spPr>
          <a:xfrm>
            <a:off x="1188720" y="389534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7" name="Shape 775"/>
          <p:cNvSpPr/>
          <p:nvPr/>
        </p:nvSpPr>
        <p:spPr>
          <a:xfrm>
            <a:off x="1335024" y="389534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8" name="Shape 776"/>
          <p:cNvSpPr/>
          <p:nvPr/>
        </p:nvSpPr>
        <p:spPr>
          <a:xfrm>
            <a:off x="1481328" y="389534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9" name="Shape 777"/>
          <p:cNvSpPr/>
          <p:nvPr/>
        </p:nvSpPr>
        <p:spPr>
          <a:xfrm>
            <a:off x="1627632" y="389534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0" name="Shape 778"/>
          <p:cNvSpPr/>
          <p:nvPr/>
        </p:nvSpPr>
        <p:spPr>
          <a:xfrm>
            <a:off x="1773936" y="389534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1" name="Shape 779"/>
          <p:cNvSpPr/>
          <p:nvPr/>
        </p:nvSpPr>
        <p:spPr>
          <a:xfrm>
            <a:off x="1920240" y="389534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2" name="Shape 780"/>
          <p:cNvSpPr/>
          <p:nvPr/>
        </p:nvSpPr>
        <p:spPr>
          <a:xfrm>
            <a:off x="2066544" y="389534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3" name="Shape 781"/>
          <p:cNvSpPr/>
          <p:nvPr/>
        </p:nvSpPr>
        <p:spPr>
          <a:xfrm>
            <a:off x="2212848" y="389534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4" name="Shape 782"/>
          <p:cNvSpPr/>
          <p:nvPr/>
        </p:nvSpPr>
        <p:spPr>
          <a:xfrm>
            <a:off x="2359152" y="389534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5" name="Shape 783"/>
          <p:cNvSpPr/>
          <p:nvPr/>
        </p:nvSpPr>
        <p:spPr>
          <a:xfrm>
            <a:off x="2505456" y="389534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6" name="Shape 784"/>
          <p:cNvSpPr/>
          <p:nvPr/>
        </p:nvSpPr>
        <p:spPr>
          <a:xfrm>
            <a:off x="2651760" y="389534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7" name="Shape 785"/>
          <p:cNvSpPr/>
          <p:nvPr/>
        </p:nvSpPr>
        <p:spPr>
          <a:xfrm>
            <a:off x="2798064" y="389534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8" name="Shape 786"/>
          <p:cNvSpPr/>
          <p:nvPr/>
        </p:nvSpPr>
        <p:spPr>
          <a:xfrm>
            <a:off x="2944368" y="389534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9" name="Shape 787"/>
          <p:cNvSpPr/>
          <p:nvPr/>
        </p:nvSpPr>
        <p:spPr>
          <a:xfrm>
            <a:off x="3090672" y="389534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0" name="Shape 788"/>
          <p:cNvSpPr/>
          <p:nvPr/>
        </p:nvSpPr>
        <p:spPr>
          <a:xfrm>
            <a:off x="3236976" y="389534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1" name="Shape 789"/>
          <p:cNvSpPr/>
          <p:nvPr/>
        </p:nvSpPr>
        <p:spPr>
          <a:xfrm>
            <a:off x="3383280" y="389534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2" name="Shape 790"/>
          <p:cNvSpPr/>
          <p:nvPr/>
        </p:nvSpPr>
        <p:spPr>
          <a:xfrm>
            <a:off x="3529584" y="389534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3" name="Shape 791"/>
          <p:cNvSpPr/>
          <p:nvPr/>
        </p:nvSpPr>
        <p:spPr>
          <a:xfrm>
            <a:off x="3675888" y="389534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4" name="Shape 792"/>
          <p:cNvSpPr/>
          <p:nvPr/>
        </p:nvSpPr>
        <p:spPr>
          <a:xfrm>
            <a:off x="3822192" y="389534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5" name="Shape 793"/>
          <p:cNvSpPr/>
          <p:nvPr/>
        </p:nvSpPr>
        <p:spPr>
          <a:xfrm>
            <a:off x="3968496" y="389534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6" name="Shape 794"/>
          <p:cNvSpPr/>
          <p:nvPr/>
        </p:nvSpPr>
        <p:spPr>
          <a:xfrm>
            <a:off x="4114800" y="389534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7" name="Shape 795"/>
          <p:cNvSpPr/>
          <p:nvPr/>
        </p:nvSpPr>
        <p:spPr>
          <a:xfrm>
            <a:off x="4261104" y="389534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8" name="Shape 796"/>
          <p:cNvSpPr/>
          <p:nvPr/>
        </p:nvSpPr>
        <p:spPr>
          <a:xfrm>
            <a:off x="4407408" y="389534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9" name="Shape 797"/>
          <p:cNvSpPr/>
          <p:nvPr/>
        </p:nvSpPr>
        <p:spPr>
          <a:xfrm>
            <a:off x="4553712" y="389534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0" name="Shape 798"/>
          <p:cNvSpPr/>
          <p:nvPr/>
        </p:nvSpPr>
        <p:spPr>
          <a:xfrm>
            <a:off x="4700016" y="389534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1" name="Shape 799"/>
          <p:cNvSpPr/>
          <p:nvPr/>
        </p:nvSpPr>
        <p:spPr>
          <a:xfrm>
            <a:off x="4846320" y="389534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2" name="Shape 800"/>
          <p:cNvSpPr/>
          <p:nvPr/>
        </p:nvSpPr>
        <p:spPr>
          <a:xfrm>
            <a:off x="4992624" y="3895344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3" name="Shape 801"/>
          <p:cNvSpPr/>
          <p:nvPr/>
        </p:nvSpPr>
        <p:spPr>
          <a:xfrm>
            <a:off x="457200" y="40416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4" name="Shape 802"/>
          <p:cNvSpPr/>
          <p:nvPr/>
        </p:nvSpPr>
        <p:spPr>
          <a:xfrm>
            <a:off x="603504" y="40416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5" name="Shape 803"/>
          <p:cNvSpPr/>
          <p:nvPr/>
        </p:nvSpPr>
        <p:spPr>
          <a:xfrm>
            <a:off x="749808" y="40416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6" name="Shape 804"/>
          <p:cNvSpPr/>
          <p:nvPr/>
        </p:nvSpPr>
        <p:spPr>
          <a:xfrm>
            <a:off x="896112" y="40416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7" name="Shape 805"/>
          <p:cNvSpPr/>
          <p:nvPr/>
        </p:nvSpPr>
        <p:spPr>
          <a:xfrm>
            <a:off x="1042416" y="40416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8" name="Shape 806"/>
          <p:cNvSpPr/>
          <p:nvPr/>
        </p:nvSpPr>
        <p:spPr>
          <a:xfrm>
            <a:off x="1188720" y="40416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09" name="Shape 807"/>
          <p:cNvSpPr/>
          <p:nvPr/>
        </p:nvSpPr>
        <p:spPr>
          <a:xfrm>
            <a:off x="1335024" y="40416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0" name="Shape 808"/>
          <p:cNvSpPr/>
          <p:nvPr/>
        </p:nvSpPr>
        <p:spPr>
          <a:xfrm>
            <a:off x="1481328" y="40416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1" name="Shape 809"/>
          <p:cNvSpPr/>
          <p:nvPr/>
        </p:nvSpPr>
        <p:spPr>
          <a:xfrm>
            <a:off x="1627632" y="40416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2" name="Shape 810"/>
          <p:cNvSpPr/>
          <p:nvPr/>
        </p:nvSpPr>
        <p:spPr>
          <a:xfrm>
            <a:off x="1773936" y="40416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3" name="Shape 811"/>
          <p:cNvSpPr/>
          <p:nvPr/>
        </p:nvSpPr>
        <p:spPr>
          <a:xfrm>
            <a:off x="1920240" y="40416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4" name="Shape 812"/>
          <p:cNvSpPr/>
          <p:nvPr/>
        </p:nvSpPr>
        <p:spPr>
          <a:xfrm>
            <a:off x="2066544" y="40416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5" name="Shape 813"/>
          <p:cNvSpPr/>
          <p:nvPr/>
        </p:nvSpPr>
        <p:spPr>
          <a:xfrm>
            <a:off x="2212848" y="40416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6" name="Shape 814"/>
          <p:cNvSpPr/>
          <p:nvPr/>
        </p:nvSpPr>
        <p:spPr>
          <a:xfrm>
            <a:off x="2359152" y="40416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7" name="Shape 815"/>
          <p:cNvSpPr/>
          <p:nvPr/>
        </p:nvSpPr>
        <p:spPr>
          <a:xfrm>
            <a:off x="2505456" y="40416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8" name="Shape 816"/>
          <p:cNvSpPr/>
          <p:nvPr/>
        </p:nvSpPr>
        <p:spPr>
          <a:xfrm>
            <a:off x="2651760" y="40416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9" name="Shape 817"/>
          <p:cNvSpPr/>
          <p:nvPr/>
        </p:nvSpPr>
        <p:spPr>
          <a:xfrm>
            <a:off x="2798064" y="40416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0" name="Shape 818"/>
          <p:cNvSpPr/>
          <p:nvPr/>
        </p:nvSpPr>
        <p:spPr>
          <a:xfrm>
            <a:off x="2944368" y="40416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1" name="Shape 819"/>
          <p:cNvSpPr/>
          <p:nvPr/>
        </p:nvSpPr>
        <p:spPr>
          <a:xfrm>
            <a:off x="3090672" y="40416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2" name="Shape 820"/>
          <p:cNvSpPr/>
          <p:nvPr/>
        </p:nvSpPr>
        <p:spPr>
          <a:xfrm>
            <a:off x="3236976" y="40416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3" name="Shape 821"/>
          <p:cNvSpPr/>
          <p:nvPr/>
        </p:nvSpPr>
        <p:spPr>
          <a:xfrm>
            <a:off x="3383280" y="40416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4" name="Shape 822"/>
          <p:cNvSpPr/>
          <p:nvPr/>
        </p:nvSpPr>
        <p:spPr>
          <a:xfrm>
            <a:off x="3529584" y="40416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5" name="Shape 823"/>
          <p:cNvSpPr/>
          <p:nvPr/>
        </p:nvSpPr>
        <p:spPr>
          <a:xfrm>
            <a:off x="3675888" y="40416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6" name="Shape 824"/>
          <p:cNvSpPr/>
          <p:nvPr/>
        </p:nvSpPr>
        <p:spPr>
          <a:xfrm>
            <a:off x="3822192" y="40416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7" name="Shape 825"/>
          <p:cNvSpPr/>
          <p:nvPr/>
        </p:nvSpPr>
        <p:spPr>
          <a:xfrm>
            <a:off x="3968496" y="40416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8" name="Shape 826"/>
          <p:cNvSpPr/>
          <p:nvPr/>
        </p:nvSpPr>
        <p:spPr>
          <a:xfrm>
            <a:off x="4114800" y="40416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9" name="Shape 827"/>
          <p:cNvSpPr/>
          <p:nvPr/>
        </p:nvSpPr>
        <p:spPr>
          <a:xfrm>
            <a:off x="4261104" y="40416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0" name="Shape 828"/>
          <p:cNvSpPr/>
          <p:nvPr/>
        </p:nvSpPr>
        <p:spPr>
          <a:xfrm>
            <a:off x="4407408" y="40416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1" name="Shape 829"/>
          <p:cNvSpPr/>
          <p:nvPr/>
        </p:nvSpPr>
        <p:spPr>
          <a:xfrm>
            <a:off x="4553712" y="40416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2" name="Shape 830"/>
          <p:cNvSpPr/>
          <p:nvPr/>
        </p:nvSpPr>
        <p:spPr>
          <a:xfrm>
            <a:off x="4700016" y="40416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3" name="Shape 831"/>
          <p:cNvSpPr/>
          <p:nvPr/>
        </p:nvSpPr>
        <p:spPr>
          <a:xfrm>
            <a:off x="4846320" y="40416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4" name="Shape 832"/>
          <p:cNvSpPr/>
          <p:nvPr/>
        </p:nvSpPr>
        <p:spPr>
          <a:xfrm>
            <a:off x="4992624" y="4041648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5" name="Shape 833"/>
          <p:cNvSpPr/>
          <p:nvPr/>
        </p:nvSpPr>
        <p:spPr>
          <a:xfrm>
            <a:off x="457200" y="41879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6" name="Shape 834"/>
          <p:cNvSpPr/>
          <p:nvPr/>
        </p:nvSpPr>
        <p:spPr>
          <a:xfrm>
            <a:off x="603504" y="41879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7" name="Shape 835"/>
          <p:cNvSpPr/>
          <p:nvPr/>
        </p:nvSpPr>
        <p:spPr>
          <a:xfrm>
            <a:off x="749808" y="41879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8" name="Shape 836"/>
          <p:cNvSpPr/>
          <p:nvPr/>
        </p:nvSpPr>
        <p:spPr>
          <a:xfrm>
            <a:off x="896112" y="41879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9" name="Shape 837"/>
          <p:cNvSpPr/>
          <p:nvPr/>
        </p:nvSpPr>
        <p:spPr>
          <a:xfrm>
            <a:off x="1042416" y="41879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0" name="Shape 838"/>
          <p:cNvSpPr/>
          <p:nvPr/>
        </p:nvSpPr>
        <p:spPr>
          <a:xfrm>
            <a:off x="1188720" y="41879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1" name="Shape 839"/>
          <p:cNvSpPr/>
          <p:nvPr/>
        </p:nvSpPr>
        <p:spPr>
          <a:xfrm>
            <a:off x="1335024" y="41879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2" name="Shape 840"/>
          <p:cNvSpPr/>
          <p:nvPr/>
        </p:nvSpPr>
        <p:spPr>
          <a:xfrm>
            <a:off x="1481328" y="41879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3" name="Shape 841"/>
          <p:cNvSpPr/>
          <p:nvPr/>
        </p:nvSpPr>
        <p:spPr>
          <a:xfrm>
            <a:off x="1627632" y="41879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4" name="Shape 842"/>
          <p:cNvSpPr/>
          <p:nvPr/>
        </p:nvSpPr>
        <p:spPr>
          <a:xfrm>
            <a:off x="1773936" y="41879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5" name="Shape 843"/>
          <p:cNvSpPr/>
          <p:nvPr/>
        </p:nvSpPr>
        <p:spPr>
          <a:xfrm>
            <a:off x="1920240" y="41879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6" name="Shape 844"/>
          <p:cNvSpPr/>
          <p:nvPr/>
        </p:nvSpPr>
        <p:spPr>
          <a:xfrm>
            <a:off x="2066544" y="41879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7" name="Shape 845"/>
          <p:cNvSpPr/>
          <p:nvPr/>
        </p:nvSpPr>
        <p:spPr>
          <a:xfrm>
            <a:off x="2212848" y="41879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8" name="Shape 846"/>
          <p:cNvSpPr/>
          <p:nvPr/>
        </p:nvSpPr>
        <p:spPr>
          <a:xfrm>
            <a:off x="2359152" y="41879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49" name="Shape 847"/>
          <p:cNvSpPr/>
          <p:nvPr/>
        </p:nvSpPr>
        <p:spPr>
          <a:xfrm>
            <a:off x="2505456" y="41879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0" name="Shape 848"/>
          <p:cNvSpPr/>
          <p:nvPr/>
        </p:nvSpPr>
        <p:spPr>
          <a:xfrm>
            <a:off x="2651760" y="41879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1" name="Shape 849"/>
          <p:cNvSpPr/>
          <p:nvPr/>
        </p:nvSpPr>
        <p:spPr>
          <a:xfrm>
            <a:off x="2798064" y="41879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2" name="Shape 850"/>
          <p:cNvSpPr/>
          <p:nvPr/>
        </p:nvSpPr>
        <p:spPr>
          <a:xfrm>
            <a:off x="2944368" y="41879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3" name="Shape 851"/>
          <p:cNvSpPr/>
          <p:nvPr/>
        </p:nvSpPr>
        <p:spPr>
          <a:xfrm>
            <a:off x="3090672" y="41879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4" name="Shape 852"/>
          <p:cNvSpPr/>
          <p:nvPr/>
        </p:nvSpPr>
        <p:spPr>
          <a:xfrm>
            <a:off x="3236976" y="41879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5" name="Shape 853"/>
          <p:cNvSpPr/>
          <p:nvPr/>
        </p:nvSpPr>
        <p:spPr>
          <a:xfrm>
            <a:off x="3383280" y="41879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6" name="Shape 854"/>
          <p:cNvSpPr/>
          <p:nvPr/>
        </p:nvSpPr>
        <p:spPr>
          <a:xfrm>
            <a:off x="3529584" y="41879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7" name="Shape 855"/>
          <p:cNvSpPr/>
          <p:nvPr/>
        </p:nvSpPr>
        <p:spPr>
          <a:xfrm>
            <a:off x="3675888" y="41879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8" name="Shape 856"/>
          <p:cNvSpPr/>
          <p:nvPr/>
        </p:nvSpPr>
        <p:spPr>
          <a:xfrm>
            <a:off x="3822192" y="41879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9" name="Shape 857"/>
          <p:cNvSpPr/>
          <p:nvPr/>
        </p:nvSpPr>
        <p:spPr>
          <a:xfrm>
            <a:off x="3968496" y="41879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0" name="Shape 858"/>
          <p:cNvSpPr/>
          <p:nvPr/>
        </p:nvSpPr>
        <p:spPr>
          <a:xfrm>
            <a:off x="4114800" y="41879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1" name="Shape 859"/>
          <p:cNvSpPr/>
          <p:nvPr/>
        </p:nvSpPr>
        <p:spPr>
          <a:xfrm>
            <a:off x="4261104" y="41879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2" name="Shape 860"/>
          <p:cNvSpPr/>
          <p:nvPr/>
        </p:nvSpPr>
        <p:spPr>
          <a:xfrm>
            <a:off x="4407408" y="41879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3" name="Shape 861"/>
          <p:cNvSpPr/>
          <p:nvPr/>
        </p:nvSpPr>
        <p:spPr>
          <a:xfrm>
            <a:off x="4553712" y="41879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4" name="Shape 862"/>
          <p:cNvSpPr/>
          <p:nvPr/>
        </p:nvSpPr>
        <p:spPr>
          <a:xfrm>
            <a:off x="4700016" y="41879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5" name="Shape 863"/>
          <p:cNvSpPr/>
          <p:nvPr/>
        </p:nvSpPr>
        <p:spPr>
          <a:xfrm>
            <a:off x="4846320" y="41879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6" name="Shape 864"/>
          <p:cNvSpPr/>
          <p:nvPr/>
        </p:nvSpPr>
        <p:spPr>
          <a:xfrm>
            <a:off x="4992624" y="4187952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7" name="Shape 865"/>
          <p:cNvSpPr/>
          <p:nvPr/>
        </p:nvSpPr>
        <p:spPr>
          <a:xfrm>
            <a:off x="457200" y="43342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8" name="Shape 866"/>
          <p:cNvSpPr/>
          <p:nvPr/>
        </p:nvSpPr>
        <p:spPr>
          <a:xfrm>
            <a:off x="603504" y="43342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69" name="Shape 867"/>
          <p:cNvSpPr/>
          <p:nvPr/>
        </p:nvSpPr>
        <p:spPr>
          <a:xfrm>
            <a:off x="749808" y="43342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0" name="Shape 868"/>
          <p:cNvSpPr/>
          <p:nvPr/>
        </p:nvSpPr>
        <p:spPr>
          <a:xfrm>
            <a:off x="896112" y="43342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1" name="Shape 869"/>
          <p:cNvSpPr/>
          <p:nvPr/>
        </p:nvSpPr>
        <p:spPr>
          <a:xfrm>
            <a:off x="1042416" y="43342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2" name="Shape 870"/>
          <p:cNvSpPr/>
          <p:nvPr/>
        </p:nvSpPr>
        <p:spPr>
          <a:xfrm>
            <a:off x="1188720" y="43342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3" name="Shape 871"/>
          <p:cNvSpPr/>
          <p:nvPr/>
        </p:nvSpPr>
        <p:spPr>
          <a:xfrm>
            <a:off x="1335024" y="43342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4" name="Shape 872"/>
          <p:cNvSpPr/>
          <p:nvPr/>
        </p:nvSpPr>
        <p:spPr>
          <a:xfrm>
            <a:off x="1481328" y="43342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5" name="Shape 873"/>
          <p:cNvSpPr/>
          <p:nvPr/>
        </p:nvSpPr>
        <p:spPr>
          <a:xfrm>
            <a:off x="1627632" y="43342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6" name="Shape 874"/>
          <p:cNvSpPr/>
          <p:nvPr/>
        </p:nvSpPr>
        <p:spPr>
          <a:xfrm>
            <a:off x="1773936" y="43342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7" name="Shape 875"/>
          <p:cNvSpPr/>
          <p:nvPr/>
        </p:nvSpPr>
        <p:spPr>
          <a:xfrm>
            <a:off x="1920240" y="43342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8" name="Shape 876"/>
          <p:cNvSpPr/>
          <p:nvPr/>
        </p:nvSpPr>
        <p:spPr>
          <a:xfrm>
            <a:off x="2066544" y="43342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79" name="Shape 877"/>
          <p:cNvSpPr/>
          <p:nvPr/>
        </p:nvSpPr>
        <p:spPr>
          <a:xfrm>
            <a:off x="2212848" y="43342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0" name="Shape 878"/>
          <p:cNvSpPr/>
          <p:nvPr/>
        </p:nvSpPr>
        <p:spPr>
          <a:xfrm>
            <a:off x="2359152" y="43342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1" name="Shape 879"/>
          <p:cNvSpPr/>
          <p:nvPr/>
        </p:nvSpPr>
        <p:spPr>
          <a:xfrm>
            <a:off x="2505456" y="43342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2" name="Shape 880"/>
          <p:cNvSpPr/>
          <p:nvPr/>
        </p:nvSpPr>
        <p:spPr>
          <a:xfrm>
            <a:off x="2651760" y="43342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3" name="Shape 881"/>
          <p:cNvSpPr/>
          <p:nvPr/>
        </p:nvSpPr>
        <p:spPr>
          <a:xfrm>
            <a:off x="2798064" y="43342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4" name="Shape 882"/>
          <p:cNvSpPr/>
          <p:nvPr/>
        </p:nvSpPr>
        <p:spPr>
          <a:xfrm>
            <a:off x="2944368" y="43342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5" name="Shape 883"/>
          <p:cNvSpPr/>
          <p:nvPr/>
        </p:nvSpPr>
        <p:spPr>
          <a:xfrm>
            <a:off x="3090672" y="43342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6" name="Shape 884"/>
          <p:cNvSpPr/>
          <p:nvPr/>
        </p:nvSpPr>
        <p:spPr>
          <a:xfrm>
            <a:off x="3236976" y="43342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7" name="Shape 885"/>
          <p:cNvSpPr/>
          <p:nvPr/>
        </p:nvSpPr>
        <p:spPr>
          <a:xfrm>
            <a:off x="3383280" y="43342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8" name="Shape 886"/>
          <p:cNvSpPr/>
          <p:nvPr/>
        </p:nvSpPr>
        <p:spPr>
          <a:xfrm>
            <a:off x="3529584" y="43342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9" name="Shape 887"/>
          <p:cNvSpPr/>
          <p:nvPr/>
        </p:nvSpPr>
        <p:spPr>
          <a:xfrm>
            <a:off x="3675888" y="43342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0" name="Shape 888"/>
          <p:cNvSpPr/>
          <p:nvPr/>
        </p:nvSpPr>
        <p:spPr>
          <a:xfrm>
            <a:off x="3822192" y="43342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1" name="Shape 889"/>
          <p:cNvSpPr/>
          <p:nvPr/>
        </p:nvSpPr>
        <p:spPr>
          <a:xfrm>
            <a:off x="3968496" y="43342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2" name="Shape 890"/>
          <p:cNvSpPr/>
          <p:nvPr/>
        </p:nvSpPr>
        <p:spPr>
          <a:xfrm>
            <a:off x="4114800" y="43342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3" name="Shape 891"/>
          <p:cNvSpPr/>
          <p:nvPr/>
        </p:nvSpPr>
        <p:spPr>
          <a:xfrm>
            <a:off x="4261104" y="43342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4" name="Shape 892"/>
          <p:cNvSpPr/>
          <p:nvPr/>
        </p:nvSpPr>
        <p:spPr>
          <a:xfrm>
            <a:off x="4407408" y="43342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5" name="Shape 893"/>
          <p:cNvSpPr/>
          <p:nvPr/>
        </p:nvSpPr>
        <p:spPr>
          <a:xfrm>
            <a:off x="4553712" y="43342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6" name="Shape 894"/>
          <p:cNvSpPr/>
          <p:nvPr/>
        </p:nvSpPr>
        <p:spPr>
          <a:xfrm>
            <a:off x="4700016" y="43342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7" name="Shape 895"/>
          <p:cNvSpPr/>
          <p:nvPr/>
        </p:nvSpPr>
        <p:spPr>
          <a:xfrm>
            <a:off x="4846320" y="43342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8" name="Shape 896"/>
          <p:cNvSpPr/>
          <p:nvPr/>
        </p:nvSpPr>
        <p:spPr>
          <a:xfrm>
            <a:off x="4992624" y="4334256"/>
            <a:ext cx="22860" cy="22860"/>
          </a:xfrm>
          <a:prstGeom prst="rect">
            <a:avLst/>
          </a:prstGeom>
          <a:solidFill>
            <a:srgbClr val="FFFFFF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99" name="Text 897"/>
          <p:cNvSpPr txBox="1"/>
          <p:nvPr/>
        </p:nvSpPr>
        <p:spPr>
          <a:xfrm>
            <a:off x="438912" y="38404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/ 24</a:t>
            </a:r>
            <a:endParaRPr lang="en-US" sz="750" dirty="0"/>
          </a:p>
        </p:txBody>
      </p:sp>
      <p:sp>
        <p:nvSpPr>
          <p:cNvPr id="900" name="Text 898"/>
          <p:cNvSpPr txBox="1"/>
          <p:nvPr/>
        </p:nvSpPr>
        <p:spPr>
          <a:xfrm>
            <a:off x="5166360" y="38404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CLOSING</a:t>
            </a:r>
            <a:endParaRPr lang="en-US" sz="750" dirty="0"/>
          </a:p>
        </p:txBody>
      </p:sp>
      <p:sp>
        <p:nvSpPr>
          <p:cNvPr id="901" name="Text 899"/>
          <p:cNvSpPr txBox="1"/>
          <p:nvPr/>
        </p:nvSpPr>
        <p:spPr>
          <a:xfrm>
            <a:off x="438912" y="204825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MANIFESTO</a:t>
            </a:r>
            <a:endParaRPr lang="en-US" sz="750" dirty="0"/>
          </a:p>
        </p:txBody>
      </p:sp>
      <p:sp>
        <p:nvSpPr>
          <p:cNvPr id="902" name="Text 900"/>
          <p:cNvSpPr txBox="1"/>
          <p:nvPr/>
        </p:nvSpPr>
        <p:spPr>
          <a:xfrm>
            <a:off x="438912" y="246888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600" dirty="0">
                <a:solidFill>
                  <a:srgbClr val="FFFFFF"/>
                </a:solidFill>
                <a:latin typeface="Microsoft YaHei UI Light" pitchFamily="34" charset="0"/>
                <a:ea typeface="Microsoft YaHei UI Light" pitchFamily="34" charset="-122"/>
                <a:cs typeface="Microsoft YaHei UI Light" pitchFamily="34" charset="-120"/>
              </a:rPr>
              <a:t>一个系统。</a:t>
            </a:r>
            <a:endParaRPr lang="en-US" sz="5600" dirty="0"/>
          </a:p>
        </p:txBody>
      </p:sp>
      <p:sp>
        <p:nvSpPr>
          <p:cNvPr id="903" name="Text 901"/>
          <p:cNvSpPr txBox="1"/>
          <p:nvPr/>
        </p:nvSpPr>
        <p:spPr>
          <a:xfrm>
            <a:off x="438912" y="324612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600" dirty="0">
                <a:solidFill>
                  <a:srgbClr val="FFFFFF"/>
                </a:solidFill>
                <a:latin typeface="Microsoft YaHei UI Light" pitchFamily="34" charset="0"/>
                <a:ea typeface="Microsoft YaHei UI Light" pitchFamily="34" charset="-122"/>
                <a:cs typeface="Microsoft YaHei UI Light" pitchFamily="34" charset="-120"/>
              </a:rPr>
              <a:t>一条闭环。</a:t>
            </a:r>
            <a:endParaRPr lang="en-US" sz="5600" dirty="0"/>
          </a:p>
        </p:txBody>
      </p:sp>
      <p:sp>
        <p:nvSpPr>
          <p:cNvPr id="904" name="Text 902"/>
          <p:cNvSpPr txBox="1"/>
          <p:nvPr/>
        </p:nvSpPr>
        <p:spPr>
          <a:xfrm>
            <a:off x="438912" y="4434840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基于 Go、混合推荐与多端协同，把智能客房推荐和在线预约落成一套可运行的工程实践。</a:t>
            </a:r>
            <a:endParaRPr lang="en-US" sz="1280" dirty="0"/>
          </a:p>
        </p:txBody>
      </p:sp>
      <p:sp>
        <p:nvSpPr>
          <p:cNvPr id="905" name="Shape 903"/>
          <p:cNvSpPr/>
          <p:nvPr/>
        </p:nvSpPr>
        <p:spPr>
          <a:xfrm>
            <a:off x="438912" y="6272784"/>
            <a:ext cx="5303520" cy="0"/>
          </a:xfrm>
          <a:prstGeom prst="line">
            <a:avLst/>
          </a:prstGeom>
          <a:noFill/>
          <a:ln w="4445">
            <a:solidFill>
              <a:srgbClr val="FFFFFF">
                <a:alpha val="44000"/>
              </a:srgbClr>
            </a:solidFill>
            <a:prstDash val="solid"/>
          </a:ln>
        </p:spPr>
      </p:sp>
      <p:sp>
        <p:nvSpPr>
          <p:cNvPr id="906" name="Text 904"/>
          <p:cNvSpPr txBox="1"/>
          <p:nvPr/>
        </p:nvSpPr>
        <p:spPr>
          <a:xfrm>
            <a:off x="438912" y="645566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10" b="1" dirty="0">
                <a:solidFill>
                  <a:srgbClr val="FFFFF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张奕琛 · Graduation Thesis</a:t>
            </a:r>
            <a:endParaRPr lang="en-US" sz="710" dirty="0"/>
          </a:p>
        </p:txBody>
      </p:sp>
      <p:sp>
        <p:nvSpPr>
          <p:cNvPr id="907" name="Text 905"/>
          <p:cNvSpPr txBox="1"/>
          <p:nvPr/>
        </p:nvSpPr>
        <p:spPr>
          <a:xfrm>
            <a:off x="4937760" y="645566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1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2026.05.25</a:t>
            </a:r>
            <a:endParaRPr lang="en-US" sz="710" dirty="0"/>
          </a:p>
        </p:txBody>
      </p:sp>
      <p:sp>
        <p:nvSpPr>
          <p:cNvPr id="908" name="Text 906"/>
          <p:cNvSpPr txBox="1"/>
          <p:nvPr/>
        </p:nvSpPr>
        <p:spPr>
          <a:xfrm>
            <a:off x="6601968" y="38404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TAKEAWAYS</a:t>
            </a:r>
            <a:endParaRPr lang="en-US" sz="750" dirty="0"/>
          </a:p>
        </p:txBody>
      </p:sp>
      <p:sp>
        <p:nvSpPr>
          <p:cNvPr id="909" name="Text 907"/>
          <p:cNvSpPr txBox="1"/>
          <p:nvPr/>
        </p:nvSpPr>
        <p:spPr>
          <a:xfrm>
            <a:off x="11228832" y="38404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373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RULES</a:t>
            </a:r>
            <a:endParaRPr lang="en-US" sz="750" dirty="0"/>
          </a:p>
        </p:txBody>
      </p:sp>
      <p:sp>
        <p:nvSpPr>
          <p:cNvPr id="910" name="Shape 908"/>
          <p:cNvSpPr/>
          <p:nvPr/>
        </p:nvSpPr>
        <p:spPr>
          <a:xfrm>
            <a:off x="6601968" y="2304288"/>
            <a:ext cx="5285232" cy="0"/>
          </a:xfrm>
          <a:prstGeom prst="line">
            <a:avLst/>
          </a:prstGeom>
          <a:noFill/>
          <a:ln w="6985">
            <a:solidFill>
              <a:srgbClr val="D4D4D2"/>
            </a:solidFill>
            <a:prstDash val="solid"/>
          </a:ln>
        </p:spPr>
      </p:sp>
      <p:sp>
        <p:nvSpPr>
          <p:cNvPr id="911" name="Text 909"/>
          <p:cNvSpPr txBox="1"/>
          <p:nvPr/>
        </p:nvSpPr>
        <p:spPr>
          <a:xfrm>
            <a:off x="6629400" y="2468880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0A0A0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2800" dirty="0"/>
          </a:p>
        </p:txBody>
      </p:sp>
      <p:sp>
        <p:nvSpPr>
          <p:cNvPr id="912" name="Text 910"/>
          <p:cNvSpPr txBox="1"/>
          <p:nvPr/>
        </p:nvSpPr>
        <p:spPr>
          <a:xfrm>
            <a:off x="7498080" y="250545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业务闭环完整</a:t>
            </a:r>
            <a:endParaRPr lang="en-US" sz="1520" dirty="0"/>
          </a:p>
        </p:txBody>
      </p:sp>
      <p:sp>
        <p:nvSpPr>
          <p:cNvPr id="913" name="Text 911"/>
          <p:cNvSpPr txBox="1"/>
          <p:nvPr/>
        </p:nvSpPr>
        <p:spPr>
          <a:xfrm>
            <a:off x="7498080" y="277977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覆盖浏览、推荐、预约、确认、入住、退房、库存与房务状态回写。</a:t>
            </a:r>
            <a:endParaRPr lang="en-US" sz="920" dirty="0"/>
          </a:p>
        </p:txBody>
      </p:sp>
      <p:sp>
        <p:nvSpPr>
          <p:cNvPr id="914" name="Shape 912"/>
          <p:cNvSpPr/>
          <p:nvPr/>
        </p:nvSpPr>
        <p:spPr>
          <a:xfrm>
            <a:off x="6601968" y="3200400"/>
            <a:ext cx="5285232" cy="0"/>
          </a:xfrm>
          <a:prstGeom prst="line">
            <a:avLst/>
          </a:prstGeom>
          <a:noFill/>
          <a:ln w="6985">
            <a:solidFill>
              <a:srgbClr val="D4D4D2"/>
            </a:solidFill>
            <a:prstDash val="solid"/>
          </a:ln>
        </p:spPr>
      </p:sp>
      <p:sp>
        <p:nvSpPr>
          <p:cNvPr id="915" name="Text 913"/>
          <p:cNvSpPr txBox="1"/>
          <p:nvPr/>
        </p:nvSpPr>
        <p:spPr>
          <a:xfrm>
            <a:off x="6629400" y="3364992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0A0A0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800" dirty="0"/>
          </a:p>
        </p:txBody>
      </p:sp>
      <p:sp>
        <p:nvSpPr>
          <p:cNvPr id="916" name="Text 914"/>
          <p:cNvSpPr txBox="1"/>
          <p:nvPr/>
        </p:nvSpPr>
        <p:spPr>
          <a:xfrm>
            <a:off x="7498080" y="34015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0A0A0A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工程边界清楚</a:t>
            </a:r>
            <a:endParaRPr lang="en-US" sz="1520" dirty="0"/>
          </a:p>
        </p:txBody>
      </p:sp>
      <p:sp>
        <p:nvSpPr>
          <p:cNvPr id="917" name="Text 915"/>
          <p:cNvSpPr txBox="1"/>
          <p:nvPr/>
        </p:nvSpPr>
        <p:spPr>
          <a:xfrm>
            <a:off x="7498080" y="367588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采用前后端分离、后端分层、统一接口与 Service 层一致性约束。</a:t>
            </a:r>
            <a:endParaRPr lang="en-US" sz="920" dirty="0"/>
          </a:p>
        </p:txBody>
      </p:sp>
      <p:sp>
        <p:nvSpPr>
          <p:cNvPr id="918" name="Shape 916"/>
          <p:cNvSpPr/>
          <p:nvPr/>
        </p:nvSpPr>
        <p:spPr>
          <a:xfrm>
            <a:off x="6601968" y="4096512"/>
            <a:ext cx="5285232" cy="0"/>
          </a:xfrm>
          <a:prstGeom prst="line">
            <a:avLst/>
          </a:prstGeom>
          <a:noFill/>
          <a:ln w="17780">
            <a:solidFill>
              <a:srgbClr val="002FA7"/>
            </a:solidFill>
            <a:prstDash val="solid"/>
          </a:ln>
        </p:spPr>
      </p:sp>
      <p:sp>
        <p:nvSpPr>
          <p:cNvPr id="919" name="Text 917"/>
          <p:cNvSpPr txBox="1"/>
          <p:nvPr/>
        </p:nvSpPr>
        <p:spPr>
          <a:xfrm>
            <a:off x="6629400" y="4261104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002F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800" dirty="0"/>
          </a:p>
        </p:txBody>
      </p:sp>
      <p:sp>
        <p:nvSpPr>
          <p:cNvPr id="920" name="Text 918"/>
          <p:cNvSpPr txBox="1"/>
          <p:nvPr/>
        </p:nvSpPr>
        <p:spPr>
          <a:xfrm>
            <a:off x="7498080" y="42976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002FA7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推荐能力可解释</a:t>
            </a:r>
            <a:endParaRPr lang="en-US" sz="1520" dirty="0"/>
          </a:p>
        </p:txBody>
      </p:sp>
      <p:sp>
        <p:nvSpPr>
          <p:cNvPr id="921" name="Text 919"/>
          <p:cNvSpPr txBox="1"/>
          <p:nvPr/>
        </p:nvSpPr>
        <p:spPr>
          <a:xfrm>
            <a:off x="7498080" y="457200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混合策略返回排序结果与推荐理由，适合毕业设计中的演示、调试和答辩说明。</a:t>
            </a:r>
            <a:endParaRPr lang="en-US" sz="920" dirty="0"/>
          </a:p>
        </p:txBody>
      </p:sp>
      <p:sp>
        <p:nvSpPr>
          <p:cNvPr id="922" name="Text 920"/>
          <p:cNvSpPr txBox="1"/>
          <p:nvPr/>
        </p:nvSpPr>
        <p:spPr>
          <a:xfrm>
            <a:off x="9555480" y="645566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737373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→ 完 · GOHOTEL SWISS IKB DECK</a:t>
            </a:r>
            <a:endParaRPr lang="en-US" sz="650" dirty="0"/>
          </a:p>
        </p:txBody>
      </p:sp>
      <p:sp>
        <p:nvSpPr>
          <p:cNvPr id="923" name="Shape 921"/>
          <p:cNvSpPr/>
          <p:nvPr/>
        </p:nvSpPr>
        <p:spPr>
          <a:xfrm>
            <a:off x="4892040" y="6647688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924" name="Shape 922"/>
          <p:cNvSpPr/>
          <p:nvPr/>
        </p:nvSpPr>
        <p:spPr>
          <a:xfrm>
            <a:off x="5010912" y="6647688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925" name="Shape 923"/>
          <p:cNvSpPr/>
          <p:nvPr/>
        </p:nvSpPr>
        <p:spPr>
          <a:xfrm>
            <a:off x="5129784" y="6647688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926" name="Shape 924"/>
          <p:cNvSpPr/>
          <p:nvPr/>
        </p:nvSpPr>
        <p:spPr>
          <a:xfrm>
            <a:off x="5248656" y="6647688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927" name="Shape 925"/>
          <p:cNvSpPr/>
          <p:nvPr/>
        </p:nvSpPr>
        <p:spPr>
          <a:xfrm>
            <a:off x="5367528" y="6647688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928" name="Shape 926"/>
          <p:cNvSpPr/>
          <p:nvPr/>
        </p:nvSpPr>
        <p:spPr>
          <a:xfrm>
            <a:off x="5486400" y="6647688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929" name="Shape 927"/>
          <p:cNvSpPr/>
          <p:nvPr/>
        </p:nvSpPr>
        <p:spPr>
          <a:xfrm>
            <a:off x="5605272" y="6647688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930" name="Shape 928"/>
          <p:cNvSpPr/>
          <p:nvPr/>
        </p:nvSpPr>
        <p:spPr>
          <a:xfrm>
            <a:off x="5724144" y="6647688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931" name="Shape 929"/>
          <p:cNvSpPr/>
          <p:nvPr/>
        </p:nvSpPr>
        <p:spPr>
          <a:xfrm>
            <a:off x="5843016" y="6647688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932" name="Shape 930"/>
          <p:cNvSpPr/>
          <p:nvPr/>
        </p:nvSpPr>
        <p:spPr>
          <a:xfrm>
            <a:off x="5961888" y="6647688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933" name="Shape 931"/>
          <p:cNvSpPr/>
          <p:nvPr/>
        </p:nvSpPr>
        <p:spPr>
          <a:xfrm>
            <a:off x="6080760" y="6647688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934" name="Shape 932"/>
          <p:cNvSpPr/>
          <p:nvPr/>
        </p:nvSpPr>
        <p:spPr>
          <a:xfrm>
            <a:off x="6199632" y="6647688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935" name="Shape 933"/>
          <p:cNvSpPr/>
          <p:nvPr/>
        </p:nvSpPr>
        <p:spPr>
          <a:xfrm>
            <a:off x="6318504" y="6647688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936" name="Shape 934"/>
          <p:cNvSpPr/>
          <p:nvPr/>
        </p:nvSpPr>
        <p:spPr>
          <a:xfrm>
            <a:off x="6437376" y="6647688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937" name="Shape 935"/>
          <p:cNvSpPr/>
          <p:nvPr/>
        </p:nvSpPr>
        <p:spPr>
          <a:xfrm>
            <a:off x="6556248" y="6647688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938" name="Shape 936"/>
          <p:cNvSpPr/>
          <p:nvPr/>
        </p:nvSpPr>
        <p:spPr>
          <a:xfrm>
            <a:off x="6675120" y="6647688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939" name="Shape 937"/>
          <p:cNvSpPr/>
          <p:nvPr/>
        </p:nvSpPr>
        <p:spPr>
          <a:xfrm>
            <a:off x="6793992" y="6647688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940" name="Shape 938"/>
          <p:cNvSpPr/>
          <p:nvPr/>
        </p:nvSpPr>
        <p:spPr>
          <a:xfrm>
            <a:off x="6912864" y="6647688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941" name="Shape 939"/>
          <p:cNvSpPr/>
          <p:nvPr/>
        </p:nvSpPr>
        <p:spPr>
          <a:xfrm>
            <a:off x="7031736" y="6647688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942" name="Shape 940"/>
          <p:cNvSpPr/>
          <p:nvPr/>
        </p:nvSpPr>
        <p:spPr>
          <a:xfrm>
            <a:off x="7150608" y="6647688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943" name="Shape 941"/>
          <p:cNvSpPr/>
          <p:nvPr/>
        </p:nvSpPr>
        <p:spPr>
          <a:xfrm>
            <a:off x="7269480" y="6647688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944" name="Shape 942"/>
          <p:cNvSpPr/>
          <p:nvPr/>
        </p:nvSpPr>
        <p:spPr>
          <a:xfrm>
            <a:off x="7388352" y="6647688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945" name="Shape 943"/>
          <p:cNvSpPr/>
          <p:nvPr/>
        </p:nvSpPr>
        <p:spPr>
          <a:xfrm>
            <a:off x="7507224" y="6647688"/>
            <a:ext cx="41148" cy="41148"/>
          </a:xfrm>
          <a:prstGeom prst="rect">
            <a:avLst/>
          </a:prstGeom>
          <a:solidFill>
            <a:srgbClr val="737373">
              <a:alpha val="65000"/>
            </a:srgbClr>
          </a:solidFill>
          <a:ln w="12700">
            <a:solidFill>
              <a:srgbClr val="737373">
                <a:alpha val="0"/>
              </a:srgbClr>
            </a:solidFill>
            <a:prstDash val="solid"/>
          </a:ln>
        </p:spPr>
      </p:sp>
      <p:sp>
        <p:nvSpPr>
          <p:cNvPr id="946" name="Shape 944"/>
          <p:cNvSpPr/>
          <p:nvPr/>
        </p:nvSpPr>
        <p:spPr>
          <a:xfrm>
            <a:off x="7626096" y="6647688"/>
            <a:ext cx="41148" cy="41148"/>
          </a:xfrm>
          <a:prstGeom prst="rect">
            <a:avLst/>
          </a:prstGeom>
          <a:solidFill>
            <a:srgbClr val="002FA7"/>
          </a:solidFill>
          <a:ln w="12700">
            <a:solidFill>
              <a:srgbClr val="002FA7">
                <a:alpha val="0"/>
              </a:srgbClr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accel="8000" decel="1800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2" decel="100000"/>
                                        <p:tgtEl>
                                          <p:spTgt spid="9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52" decel="100000" fill="hold"/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52" decel="100000" fill="hold"/>
                                        <p:tgtEl>
                                          <p:spTgt spid="9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52" decel="100000" fill="hold"/>
                                        <p:tgtEl>
                                          <p:spTgt spid="9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0" presetClass="entr" presetSubtype="0" accel="8000" decel="18000" fill="hold" grpId="0" nodeType="withEffect">
                                  <p:stCondLst>
                                    <p:cond delay="145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2" decel="100000"/>
                                        <p:tgtEl>
                                          <p:spTgt spid="9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352" decel="100000" fill="hold"/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52" decel="100000" fill="hold"/>
                                        <p:tgtEl>
                                          <p:spTgt spid="9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52" decel="100000" fill="hold"/>
                                        <p:tgtEl>
                                          <p:spTgt spid="9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0" presetClass="entr" presetSubtype="0" accel="8000" decel="18000" fill="hold" grpId="0" nodeType="withEffect">
                                  <p:stCondLst>
                                    <p:cond delay="315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2" decel="100000"/>
                                        <p:tgtEl>
                                          <p:spTgt spid="9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352" decel="100000" fill="hold"/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52" decel="100000" fill="hold"/>
                                        <p:tgtEl>
                                          <p:spTgt spid="9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52" decel="100000" fill="hold"/>
                                        <p:tgtEl>
                                          <p:spTgt spid="9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30" presetClass="entr" presetSubtype="0" accel="8000" decel="18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2" decel="100000"/>
                                        <p:tgtEl>
                                          <p:spTgt spid="9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352" decel="100000" fill="hold"/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52" decel="100000" fill="hold"/>
                                        <p:tgtEl>
                                          <p:spTgt spid="9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52" decel="100000" fill="hold"/>
                                        <p:tgtEl>
                                          <p:spTgt spid="9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30" presetClass="entr" presetSubtype="0" accel="8000" decel="18000" fill="hold" grpId="0" nodeType="withEffect">
                                  <p:stCondLst>
                                    <p:cond delay="485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2" decel="100000"/>
                                        <p:tgtEl>
                                          <p:spTgt spid="9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352" decel="100000" fill="hold"/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352" decel="100000" fill="hold"/>
                                        <p:tgtEl>
                                          <p:spTgt spid="9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52" decel="100000" fill="hold"/>
                                        <p:tgtEl>
                                          <p:spTgt spid="9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30" presetClass="entr" presetSubtype="0" accel="8000" decel="1800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2" decel="100000"/>
                                        <p:tgtEl>
                                          <p:spTgt spid="9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352" decel="100000" fill="hold"/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52" decel="100000" fill="hold"/>
                                        <p:tgtEl>
                                          <p:spTgt spid="9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352" decel="100000" fill="hold"/>
                                        <p:tgtEl>
                                          <p:spTgt spid="9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655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0" presetClass="entr" presetSubtype="0" accel="8000" decel="1800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52" decel="100000"/>
                                        <p:tgtEl>
                                          <p:spTgt spid="9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352" decel="100000" fill="hold"/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352" decel="100000" fill="hold"/>
                                        <p:tgtEl>
                                          <p:spTgt spid="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352" decel="100000" fill="hold"/>
                                        <p:tgtEl>
                                          <p:spTgt spid="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30" presetClass="entr" presetSubtype="0" accel="8000" decel="18000" fill="hold" grpId="0" nodeType="withEffect">
                                  <p:stCondLst>
                                    <p:cond delay="825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52" decel="100000"/>
                                        <p:tgtEl>
                                          <p:spTgt spid="9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352" decel="100000" fill="hold"/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352" decel="100000" fill="hold"/>
                                        <p:tgtEl>
                                          <p:spTgt spid="9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352" decel="100000" fill="hold"/>
                                        <p:tgtEl>
                                          <p:spTgt spid="9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30" presetClass="entr" presetSubtype="0" accel="8000" decel="1800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52" decel="100000"/>
                                        <p:tgtEl>
                                          <p:spTgt spid="9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352" decel="100000" fill="hold"/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352" decel="100000" fill="hold"/>
                                        <p:tgtEl>
                                          <p:spTgt spid="9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352" decel="100000" fill="hold"/>
                                        <p:tgtEl>
                                          <p:spTgt spid="9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nodeType="withEffect">
                                  <p:stCondLst>
                                    <p:cond delay="99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30" presetClass="entr" presetSubtype="0" accel="8000" decel="1800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52" decel="100000"/>
                                        <p:tgtEl>
                                          <p:spTgt spid="9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352" decel="100000" fill="hold"/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352" decel="100000" fill="hold"/>
                                        <p:tgtEl>
                                          <p:spTgt spid="9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352" decel="100000" fill="hold"/>
                                        <p:tgtEl>
                                          <p:spTgt spid="9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30" presetClass="entr" presetSubtype="0" accel="8000" decel="18000" fill="hold" grpId="0" nodeType="withEffect">
                                  <p:stCondLst>
                                    <p:cond delay="1165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352" decel="100000"/>
                                        <p:tgtEl>
                                          <p:spTgt spid="9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352" decel="100000" fill="hold"/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352" decel="100000" fill="hold"/>
                                        <p:tgtEl>
                                          <p:spTgt spid="9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352" decel="100000" fill="hold"/>
                                        <p:tgtEl>
                                          <p:spTgt spid="9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30" presetClass="entr" presetSubtype="0" accel="8000" decel="18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352" decel="100000"/>
                                        <p:tgtEl>
                                          <p:spTgt spid="9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352" decel="100000" fill="hold"/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352" decel="100000" fill="hold"/>
                                        <p:tgtEl>
                                          <p:spTgt spid="9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352" decel="100000" fill="hold"/>
                                        <p:tgtEl>
                                          <p:spTgt spid="9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30" presetClass="entr" presetSubtype="0" accel="8000" decel="18000" fill="hold" grpId="0" nodeType="withEffect">
                                  <p:stCondLst>
                                    <p:cond delay="1335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52" decel="100000"/>
                                        <p:tgtEl>
                                          <p:spTgt spid="9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352" decel="100000" fill="hold"/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352" decel="100000" fill="hold"/>
                                        <p:tgtEl>
                                          <p:spTgt spid="9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352" decel="100000" fill="hold"/>
                                        <p:tgtEl>
                                          <p:spTgt spid="9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" grpId="0" animBg="1"/>
      <p:bldP spid="902" grpId="0" animBg="1"/>
      <p:bldP spid="903" grpId="0" animBg="1"/>
      <p:bldP spid="904" grpId="0" animBg="1"/>
      <p:bldP spid="911" grpId="0" animBg="1"/>
      <p:bldP spid="912" grpId="0" animBg="1"/>
      <p:bldP spid="913" grpId="0" animBg="1"/>
      <p:bldP spid="915" grpId="0" animBg="1"/>
      <p:bldP spid="916" grpId="0" animBg="1"/>
      <p:bldP spid="917" grpId="0" animBg="1"/>
      <p:bldP spid="919" grpId="0" animBg="1"/>
      <p:bldP spid="920" grpId="0" animBg="1"/>
      <p:bldP spid="92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1653</Words>
  <Application>Microsoft Office PowerPoint</Application>
  <PresentationFormat>宽屏</PresentationFormat>
  <Paragraphs>448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0" baseType="lpstr">
      <vt:lpstr>Microsoft YaHei UI</vt:lpstr>
      <vt:lpstr>Microsoft YaHei UI Light</vt:lpstr>
      <vt:lpstr>Aptos Display</vt:lpstr>
      <vt:lpstr>Arial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GoHotel Graduation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智能酒店客房推荐与预约系统</dc:title>
  <dc:subject>基于 Go 语言与混合推荐算法的智能酒店客房推荐与预约系统设计与实现</dc:subject>
  <dc:creator>Codex + PptxGenJS</dc:creator>
  <cp:lastModifiedBy>yv z</cp:lastModifiedBy>
  <cp:revision>2</cp:revision>
  <dcterms:created xsi:type="dcterms:W3CDTF">2026-05-26T02:58:11Z</dcterms:created>
  <dcterms:modified xsi:type="dcterms:W3CDTF">2026-05-26T02:58:26Z</dcterms:modified>
</cp:coreProperties>
</file>