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oHotel Swiss IKB slide 0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oHotel Swiss IKB slide 0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oHotel Swiss IKB slide 0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oHotel Swiss IKB slide 0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oHotel Swiss IKB slide 0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oHotel Swiss IKB slide 0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oHotel Swiss IKB slide 0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oHotel Swiss IKB slide 0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oHotel Swiss IKB slide 0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oHotel Swiss IKB slide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oHotel Swiss IKB slide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oHotel Swiss IKB slide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oHotel Swiss IKB slide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oHotel Swiss IKB slide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oHotel Swiss IKB slide 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oHotel Swiss IKB slide 1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oHotel Swiss IKB slide 1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oHotel Swiss IKB slide 1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oHotel Swiss IKB slide 1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oHotel Swiss IKB slide 2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oHotel Swiss IKB slide 2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oHotel Swiss IKB slide 2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oHotel Swiss IKB slide 2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oHotel Swiss IKB slide 2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GoHotel Graduation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智能酒店客房推荐与预约系统</dc:title>
  <dc:subject>HTML-rendered high-fidelity Swiss IKB deck</dc:subject>
  <dc:creator>Codex + PptxGenJS</dc:creator>
  <cp:lastModifiedBy>Codex + PptxGenJS</cp:lastModifiedBy>
  <cp:revision>1</cp:revision>
  <dcterms:created xsi:type="dcterms:W3CDTF">2026-05-25T15:49:29Z</dcterms:created>
  <dcterms:modified xsi:type="dcterms:W3CDTF">2026-05-25T15:49:29Z</dcterms:modified>
</cp:coreProperties>
</file>